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0" r:id="rId1"/>
  </p:sldMasterIdLst>
  <p:sldIdLst>
    <p:sldId id="257" r:id="rId2"/>
  </p:sldIdLst>
  <p:sldSz cx="6583363" cy="9144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21" d="100"/>
          <a:sy n="121" d="100"/>
        </p:scale>
        <p:origin x="4164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93752" y="1496484"/>
            <a:ext cx="5595859" cy="3183467"/>
          </a:xfrm>
        </p:spPr>
        <p:txBody>
          <a:bodyPr anchor="b"/>
          <a:lstStyle>
            <a:lvl1pPr algn="ctr">
              <a:defRPr sz="432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22921" y="4802717"/>
            <a:ext cx="4937522" cy="2207683"/>
          </a:xfrm>
        </p:spPr>
        <p:txBody>
          <a:bodyPr/>
          <a:lstStyle>
            <a:lvl1pPr marL="0" indent="0" algn="ctr">
              <a:buNone/>
              <a:defRPr sz="1728"/>
            </a:lvl1pPr>
            <a:lvl2pPr marL="329184" indent="0" algn="ctr">
              <a:buNone/>
              <a:defRPr sz="1440"/>
            </a:lvl2pPr>
            <a:lvl3pPr marL="658368" indent="0" algn="ctr">
              <a:buNone/>
              <a:defRPr sz="1296"/>
            </a:lvl3pPr>
            <a:lvl4pPr marL="987552" indent="0" algn="ctr">
              <a:buNone/>
              <a:defRPr sz="1152"/>
            </a:lvl4pPr>
            <a:lvl5pPr marL="1316736" indent="0" algn="ctr">
              <a:buNone/>
              <a:defRPr sz="1152"/>
            </a:lvl5pPr>
            <a:lvl6pPr marL="1645920" indent="0" algn="ctr">
              <a:buNone/>
              <a:defRPr sz="1152"/>
            </a:lvl6pPr>
            <a:lvl7pPr marL="1975104" indent="0" algn="ctr">
              <a:buNone/>
              <a:defRPr sz="1152"/>
            </a:lvl7pPr>
            <a:lvl8pPr marL="2304288" indent="0" algn="ctr">
              <a:buNone/>
              <a:defRPr sz="1152"/>
            </a:lvl8pPr>
            <a:lvl9pPr marL="2633472" indent="0" algn="ctr">
              <a:buNone/>
              <a:defRPr sz="1152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AC904C-911B-436B-A9B2-6F8D8907F206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7BF5D2-F6CB-42C9-B412-976B0DFE03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0903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AC904C-911B-436B-A9B2-6F8D8907F206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7BF5D2-F6CB-42C9-B412-976B0DFE03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8383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9178" y="2279653"/>
            <a:ext cx="5678151" cy="3803649"/>
          </a:xfrm>
        </p:spPr>
        <p:txBody>
          <a:bodyPr anchor="b"/>
          <a:lstStyle>
            <a:lvl1pPr>
              <a:defRPr sz="432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49178" y="6119286"/>
            <a:ext cx="5678151" cy="2000249"/>
          </a:xfrm>
        </p:spPr>
        <p:txBody>
          <a:bodyPr/>
          <a:lstStyle>
            <a:lvl1pPr marL="0" indent="0">
              <a:buNone/>
              <a:defRPr sz="1728">
                <a:solidFill>
                  <a:schemeClr val="tx1"/>
                </a:solidFill>
              </a:defRPr>
            </a:lvl1pPr>
            <a:lvl2pPr marL="329184" indent="0">
              <a:buNone/>
              <a:defRPr sz="1440">
                <a:solidFill>
                  <a:schemeClr val="tx1">
                    <a:tint val="75000"/>
                  </a:schemeClr>
                </a:solidFill>
              </a:defRPr>
            </a:lvl2pPr>
            <a:lvl3pPr marL="658368" indent="0">
              <a:buNone/>
              <a:defRPr sz="1296">
                <a:solidFill>
                  <a:schemeClr val="tx1">
                    <a:tint val="75000"/>
                  </a:schemeClr>
                </a:solidFill>
              </a:defRPr>
            </a:lvl3pPr>
            <a:lvl4pPr marL="987552" indent="0">
              <a:buNone/>
              <a:defRPr sz="1152">
                <a:solidFill>
                  <a:schemeClr val="tx1">
                    <a:tint val="75000"/>
                  </a:schemeClr>
                </a:solidFill>
              </a:defRPr>
            </a:lvl4pPr>
            <a:lvl5pPr marL="1316736" indent="0">
              <a:buNone/>
              <a:defRPr sz="1152">
                <a:solidFill>
                  <a:schemeClr val="tx1">
                    <a:tint val="75000"/>
                  </a:schemeClr>
                </a:solidFill>
              </a:defRPr>
            </a:lvl5pPr>
            <a:lvl6pPr marL="1645920" indent="0">
              <a:buNone/>
              <a:defRPr sz="1152">
                <a:solidFill>
                  <a:schemeClr val="tx1">
                    <a:tint val="75000"/>
                  </a:schemeClr>
                </a:solidFill>
              </a:defRPr>
            </a:lvl6pPr>
            <a:lvl7pPr marL="1975104" indent="0">
              <a:buNone/>
              <a:defRPr sz="1152">
                <a:solidFill>
                  <a:schemeClr val="tx1">
                    <a:tint val="75000"/>
                  </a:schemeClr>
                </a:solidFill>
              </a:defRPr>
            </a:lvl7pPr>
            <a:lvl8pPr marL="2304288" indent="0">
              <a:buNone/>
              <a:defRPr sz="1152">
                <a:solidFill>
                  <a:schemeClr val="tx1">
                    <a:tint val="75000"/>
                  </a:schemeClr>
                </a:solidFill>
              </a:defRPr>
            </a:lvl8pPr>
            <a:lvl9pPr marL="2633472" indent="0">
              <a:buNone/>
              <a:defRPr sz="1152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AC904C-911B-436B-A9B2-6F8D8907F206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7BF5D2-F6CB-42C9-B412-976B0DFE03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14555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2606" y="2434167"/>
            <a:ext cx="2797929" cy="58017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332828" y="2434167"/>
            <a:ext cx="2797929" cy="58017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AC904C-911B-436B-A9B2-6F8D8907F206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7BF5D2-F6CB-42C9-B412-976B0DFE03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37609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3463" y="486836"/>
            <a:ext cx="5678151" cy="176741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3464" y="2241551"/>
            <a:ext cx="2785071" cy="1098549"/>
          </a:xfrm>
        </p:spPr>
        <p:txBody>
          <a:bodyPr anchor="b"/>
          <a:lstStyle>
            <a:lvl1pPr marL="0" indent="0">
              <a:buNone/>
              <a:defRPr sz="1728" b="1"/>
            </a:lvl1pPr>
            <a:lvl2pPr marL="329184" indent="0">
              <a:buNone/>
              <a:defRPr sz="1440" b="1"/>
            </a:lvl2pPr>
            <a:lvl3pPr marL="658368" indent="0">
              <a:buNone/>
              <a:defRPr sz="1296" b="1"/>
            </a:lvl3pPr>
            <a:lvl4pPr marL="987552" indent="0">
              <a:buNone/>
              <a:defRPr sz="1152" b="1"/>
            </a:lvl4pPr>
            <a:lvl5pPr marL="1316736" indent="0">
              <a:buNone/>
              <a:defRPr sz="1152" b="1"/>
            </a:lvl5pPr>
            <a:lvl6pPr marL="1645920" indent="0">
              <a:buNone/>
              <a:defRPr sz="1152" b="1"/>
            </a:lvl6pPr>
            <a:lvl7pPr marL="1975104" indent="0">
              <a:buNone/>
              <a:defRPr sz="1152" b="1"/>
            </a:lvl7pPr>
            <a:lvl8pPr marL="2304288" indent="0">
              <a:buNone/>
              <a:defRPr sz="1152" b="1"/>
            </a:lvl8pPr>
            <a:lvl9pPr marL="2633472" indent="0">
              <a:buNone/>
              <a:defRPr sz="1152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3464" y="3340100"/>
            <a:ext cx="2785071" cy="49127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32828" y="2241551"/>
            <a:ext cx="2798787" cy="1098549"/>
          </a:xfrm>
        </p:spPr>
        <p:txBody>
          <a:bodyPr anchor="b"/>
          <a:lstStyle>
            <a:lvl1pPr marL="0" indent="0">
              <a:buNone/>
              <a:defRPr sz="1728" b="1"/>
            </a:lvl1pPr>
            <a:lvl2pPr marL="329184" indent="0">
              <a:buNone/>
              <a:defRPr sz="1440" b="1"/>
            </a:lvl2pPr>
            <a:lvl3pPr marL="658368" indent="0">
              <a:buNone/>
              <a:defRPr sz="1296" b="1"/>
            </a:lvl3pPr>
            <a:lvl4pPr marL="987552" indent="0">
              <a:buNone/>
              <a:defRPr sz="1152" b="1"/>
            </a:lvl4pPr>
            <a:lvl5pPr marL="1316736" indent="0">
              <a:buNone/>
              <a:defRPr sz="1152" b="1"/>
            </a:lvl5pPr>
            <a:lvl6pPr marL="1645920" indent="0">
              <a:buNone/>
              <a:defRPr sz="1152" b="1"/>
            </a:lvl6pPr>
            <a:lvl7pPr marL="1975104" indent="0">
              <a:buNone/>
              <a:defRPr sz="1152" b="1"/>
            </a:lvl7pPr>
            <a:lvl8pPr marL="2304288" indent="0">
              <a:buNone/>
              <a:defRPr sz="1152" b="1"/>
            </a:lvl8pPr>
            <a:lvl9pPr marL="2633472" indent="0">
              <a:buNone/>
              <a:defRPr sz="1152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332828" y="3340100"/>
            <a:ext cx="2798787" cy="49127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AC904C-911B-436B-A9B2-6F8D8907F206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7BF5D2-F6CB-42C9-B412-976B0DFE03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96106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AC904C-911B-436B-A9B2-6F8D8907F206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7BF5D2-F6CB-42C9-B412-976B0DFE03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27382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AC904C-911B-436B-A9B2-6F8D8907F206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7BF5D2-F6CB-42C9-B412-976B0DFE03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71249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3464" y="609600"/>
            <a:ext cx="2123306" cy="2133600"/>
          </a:xfrm>
        </p:spPr>
        <p:txBody>
          <a:bodyPr anchor="b"/>
          <a:lstStyle>
            <a:lvl1pPr>
              <a:defRPr sz="2304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798787" y="1316569"/>
            <a:ext cx="3332828" cy="6498167"/>
          </a:xfrm>
        </p:spPr>
        <p:txBody>
          <a:bodyPr/>
          <a:lstStyle>
            <a:lvl1pPr>
              <a:defRPr sz="2304"/>
            </a:lvl1pPr>
            <a:lvl2pPr>
              <a:defRPr sz="2016"/>
            </a:lvl2pPr>
            <a:lvl3pPr>
              <a:defRPr sz="1728"/>
            </a:lvl3pPr>
            <a:lvl4pPr>
              <a:defRPr sz="1440"/>
            </a:lvl4pPr>
            <a:lvl5pPr>
              <a:defRPr sz="1440"/>
            </a:lvl5pPr>
            <a:lvl6pPr>
              <a:defRPr sz="1440"/>
            </a:lvl6pPr>
            <a:lvl7pPr>
              <a:defRPr sz="1440"/>
            </a:lvl7pPr>
            <a:lvl8pPr>
              <a:defRPr sz="1440"/>
            </a:lvl8pPr>
            <a:lvl9pPr>
              <a:defRPr sz="144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3464" y="2743200"/>
            <a:ext cx="2123306" cy="5082117"/>
          </a:xfrm>
        </p:spPr>
        <p:txBody>
          <a:bodyPr/>
          <a:lstStyle>
            <a:lvl1pPr marL="0" indent="0">
              <a:buNone/>
              <a:defRPr sz="1152"/>
            </a:lvl1pPr>
            <a:lvl2pPr marL="329184" indent="0">
              <a:buNone/>
              <a:defRPr sz="1008"/>
            </a:lvl2pPr>
            <a:lvl3pPr marL="658368" indent="0">
              <a:buNone/>
              <a:defRPr sz="864"/>
            </a:lvl3pPr>
            <a:lvl4pPr marL="987552" indent="0">
              <a:buNone/>
              <a:defRPr sz="720"/>
            </a:lvl4pPr>
            <a:lvl5pPr marL="1316736" indent="0">
              <a:buNone/>
              <a:defRPr sz="720"/>
            </a:lvl5pPr>
            <a:lvl6pPr marL="1645920" indent="0">
              <a:buNone/>
              <a:defRPr sz="720"/>
            </a:lvl6pPr>
            <a:lvl7pPr marL="1975104" indent="0">
              <a:buNone/>
              <a:defRPr sz="720"/>
            </a:lvl7pPr>
            <a:lvl8pPr marL="2304288" indent="0">
              <a:buNone/>
              <a:defRPr sz="720"/>
            </a:lvl8pPr>
            <a:lvl9pPr marL="2633472" indent="0">
              <a:buNone/>
              <a:defRPr sz="72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AC904C-911B-436B-A9B2-6F8D8907F206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7BF5D2-F6CB-42C9-B412-976B0DFE03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21542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3464" y="609600"/>
            <a:ext cx="2123306" cy="2133600"/>
          </a:xfrm>
        </p:spPr>
        <p:txBody>
          <a:bodyPr anchor="b"/>
          <a:lstStyle>
            <a:lvl1pPr>
              <a:defRPr sz="2304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798787" y="1316569"/>
            <a:ext cx="3332828" cy="6498167"/>
          </a:xfrm>
        </p:spPr>
        <p:txBody>
          <a:bodyPr anchor="t"/>
          <a:lstStyle>
            <a:lvl1pPr marL="0" indent="0">
              <a:buNone/>
              <a:defRPr sz="2304"/>
            </a:lvl1pPr>
            <a:lvl2pPr marL="329184" indent="0">
              <a:buNone/>
              <a:defRPr sz="2016"/>
            </a:lvl2pPr>
            <a:lvl3pPr marL="658368" indent="0">
              <a:buNone/>
              <a:defRPr sz="1728"/>
            </a:lvl3pPr>
            <a:lvl4pPr marL="987552" indent="0">
              <a:buNone/>
              <a:defRPr sz="1440"/>
            </a:lvl4pPr>
            <a:lvl5pPr marL="1316736" indent="0">
              <a:buNone/>
              <a:defRPr sz="1440"/>
            </a:lvl5pPr>
            <a:lvl6pPr marL="1645920" indent="0">
              <a:buNone/>
              <a:defRPr sz="1440"/>
            </a:lvl6pPr>
            <a:lvl7pPr marL="1975104" indent="0">
              <a:buNone/>
              <a:defRPr sz="1440"/>
            </a:lvl7pPr>
            <a:lvl8pPr marL="2304288" indent="0">
              <a:buNone/>
              <a:defRPr sz="1440"/>
            </a:lvl8pPr>
            <a:lvl9pPr marL="2633472" indent="0">
              <a:buNone/>
              <a:defRPr sz="144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3464" y="2743200"/>
            <a:ext cx="2123306" cy="5082117"/>
          </a:xfrm>
        </p:spPr>
        <p:txBody>
          <a:bodyPr/>
          <a:lstStyle>
            <a:lvl1pPr marL="0" indent="0">
              <a:buNone/>
              <a:defRPr sz="1152"/>
            </a:lvl1pPr>
            <a:lvl2pPr marL="329184" indent="0">
              <a:buNone/>
              <a:defRPr sz="1008"/>
            </a:lvl2pPr>
            <a:lvl3pPr marL="658368" indent="0">
              <a:buNone/>
              <a:defRPr sz="864"/>
            </a:lvl3pPr>
            <a:lvl4pPr marL="987552" indent="0">
              <a:buNone/>
              <a:defRPr sz="720"/>
            </a:lvl4pPr>
            <a:lvl5pPr marL="1316736" indent="0">
              <a:buNone/>
              <a:defRPr sz="720"/>
            </a:lvl5pPr>
            <a:lvl6pPr marL="1645920" indent="0">
              <a:buNone/>
              <a:defRPr sz="720"/>
            </a:lvl6pPr>
            <a:lvl7pPr marL="1975104" indent="0">
              <a:buNone/>
              <a:defRPr sz="720"/>
            </a:lvl7pPr>
            <a:lvl8pPr marL="2304288" indent="0">
              <a:buNone/>
              <a:defRPr sz="720"/>
            </a:lvl8pPr>
            <a:lvl9pPr marL="2633472" indent="0">
              <a:buNone/>
              <a:defRPr sz="72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AC904C-911B-436B-A9B2-6F8D8907F206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7BF5D2-F6CB-42C9-B412-976B0DFE03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76379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AC904C-911B-436B-A9B2-6F8D8907F206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7BF5D2-F6CB-42C9-B412-976B0DFE03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8005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711219" y="486834"/>
            <a:ext cx="1419538" cy="774911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2607" y="486834"/>
            <a:ext cx="4176321" cy="77491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AC904C-911B-436B-A9B2-6F8D8907F206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7BF5D2-F6CB-42C9-B412-976B0DFE03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97244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2606" y="486836"/>
            <a:ext cx="5678151" cy="176741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2606" y="2434167"/>
            <a:ext cx="5678151" cy="58017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2606" y="8475136"/>
            <a:ext cx="1481257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6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1AC904C-911B-436B-A9B2-6F8D8907F206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180739" y="8475136"/>
            <a:ext cx="2221885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6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649500" y="8475136"/>
            <a:ext cx="1481257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6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57BF5D2-F6CB-42C9-B412-976B0DFE03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46353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</p:sldLayoutIdLst>
  <p:txStyles>
    <p:titleStyle>
      <a:lvl1pPr algn="l" defTabSz="658368" rtl="0" eaLnBrk="1" latinLnBrk="0" hangingPunct="1">
        <a:lnSpc>
          <a:spcPct val="90000"/>
        </a:lnSpc>
        <a:spcBef>
          <a:spcPct val="0"/>
        </a:spcBef>
        <a:buNone/>
        <a:defRPr sz="3168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64592" indent="-164592" algn="l" defTabSz="658368" rtl="0" eaLnBrk="1" latinLnBrk="0" hangingPunct="1">
        <a:lnSpc>
          <a:spcPct val="90000"/>
        </a:lnSpc>
        <a:spcBef>
          <a:spcPts val="720"/>
        </a:spcBef>
        <a:buFont typeface="Arial" panose="020B0604020202020204" pitchFamily="34" charset="0"/>
        <a:buChar char="•"/>
        <a:defRPr sz="2016" kern="1200">
          <a:solidFill>
            <a:schemeClr val="tx1"/>
          </a:solidFill>
          <a:latin typeface="+mn-lt"/>
          <a:ea typeface="+mn-ea"/>
          <a:cs typeface="+mn-cs"/>
        </a:defRPr>
      </a:lvl1pPr>
      <a:lvl2pPr marL="493776" indent="-164592" algn="l" defTabSz="658368" rtl="0" eaLnBrk="1" latinLnBrk="0" hangingPunct="1">
        <a:lnSpc>
          <a:spcPct val="90000"/>
        </a:lnSpc>
        <a:spcBef>
          <a:spcPts val="360"/>
        </a:spcBef>
        <a:buFont typeface="Arial" panose="020B0604020202020204" pitchFamily="34" charset="0"/>
        <a:buChar char="•"/>
        <a:defRPr sz="1728" kern="1200">
          <a:solidFill>
            <a:schemeClr val="tx1"/>
          </a:solidFill>
          <a:latin typeface="+mn-lt"/>
          <a:ea typeface="+mn-ea"/>
          <a:cs typeface="+mn-cs"/>
        </a:defRPr>
      </a:lvl2pPr>
      <a:lvl3pPr marL="822960" indent="-164592" algn="l" defTabSz="658368" rtl="0" eaLnBrk="1" latinLnBrk="0" hangingPunct="1">
        <a:lnSpc>
          <a:spcPct val="90000"/>
        </a:lnSpc>
        <a:spcBef>
          <a:spcPts val="360"/>
        </a:spcBef>
        <a:buFont typeface="Arial" panose="020B0604020202020204" pitchFamily="34" charset="0"/>
        <a:buChar char="•"/>
        <a:defRPr sz="1440" kern="1200">
          <a:solidFill>
            <a:schemeClr val="tx1"/>
          </a:solidFill>
          <a:latin typeface="+mn-lt"/>
          <a:ea typeface="+mn-ea"/>
          <a:cs typeface="+mn-cs"/>
        </a:defRPr>
      </a:lvl3pPr>
      <a:lvl4pPr marL="1152144" indent="-164592" algn="l" defTabSz="658368" rtl="0" eaLnBrk="1" latinLnBrk="0" hangingPunct="1">
        <a:lnSpc>
          <a:spcPct val="90000"/>
        </a:lnSpc>
        <a:spcBef>
          <a:spcPts val="360"/>
        </a:spcBef>
        <a:buFont typeface="Arial" panose="020B0604020202020204" pitchFamily="34" charset="0"/>
        <a:buChar char="•"/>
        <a:defRPr sz="1296" kern="1200">
          <a:solidFill>
            <a:schemeClr val="tx1"/>
          </a:solidFill>
          <a:latin typeface="+mn-lt"/>
          <a:ea typeface="+mn-ea"/>
          <a:cs typeface="+mn-cs"/>
        </a:defRPr>
      </a:lvl4pPr>
      <a:lvl5pPr marL="1481328" indent="-164592" algn="l" defTabSz="658368" rtl="0" eaLnBrk="1" latinLnBrk="0" hangingPunct="1">
        <a:lnSpc>
          <a:spcPct val="90000"/>
        </a:lnSpc>
        <a:spcBef>
          <a:spcPts val="360"/>
        </a:spcBef>
        <a:buFont typeface="Arial" panose="020B0604020202020204" pitchFamily="34" charset="0"/>
        <a:buChar char="•"/>
        <a:defRPr sz="1296" kern="1200">
          <a:solidFill>
            <a:schemeClr val="tx1"/>
          </a:solidFill>
          <a:latin typeface="+mn-lt"/>
          <a:ea typeface="+mn-ea"/>
          <a:cs typeface="+mn-cs"/>
        </a:defRPr>
      </a:lvl5pPr>
      <a:lvl6pPr marL="1810512" indent="-164592" algn="l" defTabSz="658368" rtl="0" eaLnBrk="1" latinLnBrk="0" hangingPunct="1">
        <a:lnSpc>
          <a:spcPct val="90000"/>
        </a:lnSpc>
        <a:spcBef>
          <a:spcPts val="360"/>
        </a:spcBef>
        <a:buFont typeface="Arial" panose="020B0604020202020204" pitchFamily="34" charset="0"/>
        <a:buChar char="•"/>
        <a:defRPr sz="1296" kern="1200">
          <a:solidFill>
            <a:schemeClr val="tx1"/>
          </a:solidFill>
          <a:latin typeface="+mn-lt"/>
          <a:ea typeface="+mn-ea"/>
          <a:cs typeface="+mn-cs"/>
        </a:defRPr>
      </a:lvl6pPr>
      <a:lvl7pPr marL="2139696" indent="-164592" algn="l" defTabSz="658368" rtl="0" eaLnBrk="1" latinLnBrk="0" hangingPunct="1">
        <a:lnSpc>
          <a:spcPct val="90000"/>
        </a:lnSpc>
        <a:spcBef>
          <a:spcPts val="360"/>
        </a:spcBef>
        <a:buFont typeface="Arial" panose="020B0604020202020204" pitchFamily="34" charset="0"/>
        <a:buChar char="•"/>
        <a:defRPr sz="1296" kern="1200">
          <a:solidFill>
            <a:schemeClr val="tx1"/>
          </a:solidFill>
          <a:latin typeface="+mn-lt"/>
          <a:ea typeface="+mn-ea"/>
          <a:cs typeface="+mn-cs"/>
        </a:defRPr>
      </a:lvl7pPr>
      <a:lvl8pPr marL="2468880" indent="-164592" algn="l" defTabSz="658368" rtl="0" eaLnBrk="1" latinLnBrk="0" hangingPunct="1">
        <a:lnSpc>
          <a:spcPct val="90000"/>
        </a:lnSpc>
        <a:spcBef>
          <a:spcPts val="360"/>
        </a:spcBef>
        <a:buFont typeface="Arial" panose="020B0604020202020204" pitchFamily="34" charset="0"/>
        <a:buChar char="•"/>
        <a:defRPr sz="1296" kern="1200">
          <a:solidFill>
            <a:schemeClr val="tx1"/>
          </a:solidFill>
          <a:latin typeface="+mn-lt"/>
          <a:ea typeface="+mn-ea"/>
          <a:cs typeface="+mn-cs"/>
        </a:defRPr>
      </a:lvl8pPr>
      <a:lvl9pPr marL="2798064" indent="-164592" algn="l" defTabSz="658368" rtl="0" eaLnBrk="1" latinLnBrk="0" hangingPunct="1">
        <a:lnSpc>
          <a:spcPct val="90000"/>
        </a:lnSpc>
        <a:spcBef>
          <a:spcPts val="360"/>
        </a:spcBef>
        <a:buFont typeface="Arial" panose="020B0604020202020204" pitchFamily="34" charset="0"/>
        <a:buChar char="•"/>
        <a:defRPr sz="1296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58368" rtl="0" eaLnBrk="1" latinLnBrk="0" hangingPunct="1">
        <a:defRPr sz="1296" kern="1200">
          <a:solidFill>
            <a:schemeClr val="tx1"/>
          </a:solidFill>
          <a:latin typeface="+mn-lt"/>
          <a:ea typeface="+mn-ea"/>
          <a:cs typeface="+mn-cs"/>
        </a:defRPr>
      </a:lvl1pPr>
      <a:lvl2pPr marL="329184" algn="l" defTabSz="658368" rtl="0" eaLnBrk="1" latinLnBrk="0" hangingPunct="1">
        <a:defRPr sz="1296" kern="1200">
          <a:solidFill>
            <a:schemeClr val="tx1"/>
          </a:solidFill>
          <a:latin typeface="+mn-lt"/>
          <a:ea typeface="+mn-ea"/>
          <a:cs typeface="+mn-cs"/>
        </a:defRPr>
      </a:lvl2pPr>
      <a:lvl3pPr marL="658368" algn="l" defTabSz="658368" rtl="0" eaLnBrk="1" latinLnBrk="0" hangingPunct="1">
        <a:defRPr sz="1296" kern="1200">
          <a:solidFill>
            <a:schemeClr val="tx1"/>
          </a:solidFill>
          <a:latin typeface="+mn-lt"/>
          <a:ea typeface="+mn-ea"/>
          <a:cs typeface="+mn-cs"/>
        </a:defRPr>
      </a:lvl3pPr>
      <a:lvl4pPr marL="987552" algn="l" defTabSz="658368" rtl="0" eaLnBrk="1" latinLnBrk="0" hangingPunct="1">
        <a:defRPr sz="1296" kern="1200">
          <a:solidFill>
            <a:schemeClr val="tx1"/>
          </a:solidFill>
          <a:latin typeface="+mn-lt"/>
          <a:ea typeface="+mn-ea"/>
          <a:cs typeface="+mn-cs"/>
        </a:defRPr>
      </a:lvl4pPr>
      <a:lvl5pPr marL="1316736" algn="l" defTabSz="658368" rtl="0" eaLnBrk="1" latinLnBrk="0" hangingPunct="1">
        <a:defRPr sz="1296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algn="l" defTabSz="658368" rtl="0" eaLnBrk="1" latinLnBrk="0" hangingPunct="1">
        <a:defRPr sz="1296" kern="1200">
          <a:solidFill>
            <a:schemeClr val="tx1"/>
          </a:solidFill>
          <a:latin typeface="+mn-lt"/>
          <a:ea typeface="+mn-ea"/>
          <a:cs typeface="+mn-cs"/>
        </a:defRPr>
      </a:lvl6pPr>
      <a:lvl7pPr marL="1975104" algn="l" defTabSz="658368" rtl="0" eaLnBrk="1" latinLnBrk="0" hangingPunct="1">
        <a:defRPr sz="1296" kern="1200">
          <a:solidFill>
            <a:schemeClr val="tx1"/>
          </a:solidFill>
          <a:latin typeface="+mn-lt"/>
          <a:ea typeface="+mn-ea"/>
          <a:cs typeface="+mn-cs"/>
        </a:defRPr>
      </a:lvl7pPr>
      <a:lvl8pPr marL="2304288" algn="l" defTabSz="658368" rtl="0" eaLnBrk="1" latinLnBrk="0" hangingPunct="1">
        <a:defRPr sz="1296" kern="1200">
          <a:solidFill>
            <a:schemeClr val="tx1"/>
          </a:solidFill>
          <a:latin typeface="+mn-lt"/>
          <a:ea typeface="+mn-ea"/>
          <a:cs typeface="+mn-cs"/>
        </a:defRPr>
      </a:lvl8pPr>
      <a:lvl9pPr marL="2633472" algn="l" defTabSz="658368" rtl="0" eaLnBrk="1" latinLnBrk="0" hangingPunct="1">
        <a:defRPr sz="1296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svg"/><Relationship Id="rId18" Type="http://schemas.openxmlformats.org/officeDocument/2006/relationships/image" Target="../media/image17.png"/><Relationship Id="rId26" Type="http://schemas.openxmlformats.org/officeDocument/2006/relationships/image" Target="../media/image25.png"/><Relationship Id="rId3" Type="http://schemas.openxmlformats.org/officeDocument/2006/relationships/image" Target="../media/image2.svg"/><Relationship Id="rId21" Type="http://schemas.openxmlformats.org/officeDocument/2006/relationships/image" Target="../media/image20.svg"/><Relationship Id="rId7" Type="http://schemas.openxmlformats.org/officeDocument/2006/relationships/image" Target="../media/image6.svg"/><Relationship Id="rId12" Type="http://schemas.openxmlformats.org/officeDocument/2006/relationships/image" Target="../media/image11.png"/><Relationship Id="rId17" Type="http://schemas.openxmlformats.org/officeDocument/2006/relationships/image" Target="../media/image16.svg"/><Relationship Id="rId25" Type="http://schemas.openxmlformats.org/officeDocument/2006/relationships/image" Target="../media/image24.svg"/><Relationship Id="rId2" Type="http://schemas.openxmlformats.org/officeDocument/2006/relationships/image" Target="../media/image1.png"/><Relationship Id="rId16" Type="http://schemas.openxmlformats.org/officeDocument/2006/relationships/image" Target="../media/image15.png"/><Relationship Id="rId20" Type="http://schemas.openxmlformats.org/officeDocument/2006/relationships/image" Target="../media/image1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svg"/><Relationship Id="rId24" Type="http://schemas.openxmlformats.org/officeDocument/2006/relationships/image" Target="../media/image23.png"/><Relationship Id="rId5" Type="http://schemas.openxmlformats.org/officeDocument/2006/relationships/image" Target="../media/image4.svg"/><Relationship Id="rId15" Type="http://schemas.openxmlformats.org/officeDocument/2006/relationships/image" Target="../media/image14.svg"/><Relationship Id="rId23" Type="http://schemas.openxmlformats.org/officeDocument/2006/relationships/image" Target="../media/image22.svg"/><Relationship Id="rId10" Type="http://schemas.openxmlformats.org/officeDocument/2006/relationships/image" Target="../media/image9.png"/><Relationship Id="rId19" Type="http://schemas.openxmlformats.org/officeDocument/2006/relationships/image" Target="../media/image18.svg"/><Relationship Id="rId4" Type="http://schemas.openxmlformats.org/officeDocument/2006/relationships/image" Target="../media/image3.png"/><Relationship Id="rId9" Type="http://schemas.openxmlformats.org/officeDocument/2006/relationships/image" Target="../media/image8.svg"/><Relationship Id="rId14" Type="http://schemas.openxmlformats.org/officeDocument/2006/relationships/image" Target="../media/image13.png"/><Relationship Id="rId22" Type="http://schemas.openxmlformats.org/officeDocument/2006/relationships/image" Target="../media/image21.png"/><Relationship Id="rId27" Type="http://schemas.openxmlformats.org/officeDocument/2006/relationships/image" Target="../media/image26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74AC4C-B0FB-2376-3391-C65E721101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andom_label">
            <a:extLst>
              <a:ext uri="{FF2B5EF4-FFF2-40B4-BE49-F238E27FC236}">
                <a16:creationId xmlns:a16="http://schemas.microsoft.com/office/drawing/2014/main" id="{8F094014-B790-D12D-1EC6-B82C8099D59C}"/>
              </a:ext>
            </a:extLst>
          </p:cNvPr>
          <p:cNvSpPr txBox="1"/>
          <p:nvPr/>
        </p:nvSpPr>
        <p:spPr>
          <a:xfrm>
            <a:off x="12480" y="494923"/>
            <a:ext cx="16383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b="1" dirty="0"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Random</a:t>
            </a:r>
            <a:endParaRPr lang="en-US" sz="800" dirty="0">
              <a:solidFill>
                <a:schemeClr val="bg1"/>
              </a:solidFill>
              <a:latin typeface="Arial" panose="020B0604020202020204" pitchFamily="34" charset="0"/>
              <a:ea typeface="Cambria Math" panose="02040503050406030204" pitchFamily="18" charset="0"/>
              <a:cs typeface="Arial" panose="020B0604020202020204" pitchFamily="34" charset="0"/>
            </a:endParaRPr>
          </a:p>
        </p:txBody>
      </p:sp>
      <p:pic>
        <p:nvPicPr>
          <p:cNvPr id="4" name="random_plot">
            <a:extLst>
              <a:ext uri="{FF2B5EF4-FFF2-40B4-BE49-F238E27FC236}">
                <a16:creationId xmlns:a16="http://schemas.microsoft.com/office/drawing/2014/main" id="{11355CAC-DF7D-D15A-C034-69B3B4B8A68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2480" y="710367"/>
            <a:ext cx="1638300" cy="1600200"/>
          </a:xfrm>
          <a:prstGeom prst="rect">
            <a:avLst/>
          </a:prstGeom>
        </p:spPr>
      </p:pic>
      <p:sp>
        <p:nvSpPr>
          <p:cNvPr id="13" name="Q1_label">
            <a:extLst>
              <a:ext uri="{FF2B5EF4-FFF2-40B4-BE49-F238E27FC236}">
                <a16:creationId xmlns:a16="http://schemas.microsoft.com/office/drawing/2014/main" id="{A1C002CB-D3B7-F3E3-D52F-7393E9F04750}"/>
              </a:ext>
            </a:extLst>
          </p:cNvPr>
          <p:cNvSpPr txBox="1"/>
          <p:nvPr/>
        </p:nvSpPr>
        <p:spPr>
          <a:xfrm>
            <a:off x="1650780" y="248702"/>
            <a:ext cx="16383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b="1" i="1" dirty="0"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Q</a:t>
            </a:r>
            <a:r>
              <a:rPr lang="en-US" sz="800" b="1" baseline="-25000" dirty="0"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1</a:t>
            </a:r>
          </a:p>
          <a:p>
            <a:pPr algn="ctr"/>
            <a:r>
              <a:rPr lang="en-US" sz="800" dirty="0"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Independent, equal rates</a:t>
            </a:r>
          </a:p>
          <a:p>
            <a:pPr algn="ctr"/>
            <a:r>
              <a:rPr lang="en-US" sz="800" dirty="0"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Low rates</a:t>
            </a:r>
          </a:p>
        </p:txBody>
      </p:sp>
      <p:pic>
        <p:nvPicPr>
          <p:cNvPr id="15" name="Q1_plot">
            <a:extLst>
              <a:ext uri="{FF2B5EF4-FFF2-40B4-BE49-F238E27FC236}">
                <a16:creationId xmlns:a16="http://schemas.microsoft.com/office/drawing/2014/main" id="{9C4FB1FF-E18F-BC2E-DE29-B3FF2368860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1650780" y="710365"/>
            <a:ext cx="1638300" cy="1600200"/>
          </a:xfrm>
          <a:prstGeom prst="rect">
            <a:avLst/>
          </a:prstGeom>
        </p:spPr>
      </p:pic>
      <p:sp>
        <p:nvSpPr>
          <p:cNvPr id="16" name="Q2_label">
            <a:extLst>
              <a:ext uri="{FF2B5EF4-FFF2-40B4-BE49-F238E27FC236}">
                <a16:creationId xmlns:a16="http://schemas.microsoft.com/office/drawing/2014/main" id="{EE2BAE50-771D-13AF-63F5-7BEC785EAFD9}"/>
              </a:ext>
            </a:extLst>
          </p:cNvPr>
          <p:cNvSpPr txBox="1"/>
          <p:nvPr/>
        </p:nvSpPr>
        <p:spPr>
          <a:xfrm>
            <a:off x="3289080" y="248701"/>
            <a:ext cx="16383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b="1" i="1" dirty="0"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Q</a:t>
            </a:r>
            <a:r>
              <a:rPr lang="en-US" sz="800" b="1" i="1" baseline="-25000" dirty="0"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2</a:t>
            </a:r>
            <a:endParaRPr lang="en-US" sz="800" b="1" baseline="-25000" dirty="0">
              <a:latin typeface="Arial" panose="020B0604020202020204" pitchFamily="34" charset="0"/>
              <a:ea typeface="Cambria Math" panose="02040503050406030204" pitchFamily="18" charset="0"/>
              <a:cs typeface="Arial" panose="020B0604020202020204" pitchFamily="34" charset="0"/>
            </a:endParaRPr>
          </a:p>
          <a:p>
            <a:pPr algn="ctr"/>
            <a:r>
              <a:rPr lang="en-US" sz="800" dirty="0"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Independent, equal rates</a:t>
            </a:r>
          </a:p>
          <a:p>
            <a:pPr algn="ctr"/>
            <a:r>
              <a:rPr lang="en-US" sz="800" dirty="0"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Medium rates</a:t>
            </a:r>
          </a:p>
        </p:txBody>
      </p:sp>
      <p:pic>
        <p:nvPicPr>
          <p:cNvPr id="18" name="Q2_plot">
            <a:extLst>
              <a:ext uri="{FF2B5EF4-FFF2-40B4-BE49-F238E27FC236}">
                <a16:creationId xmlns:a16="http://schemas.microsoft.com/office/drawing/2014/main" id="{054A0ED3-C522-210B-145E-B0B06FE28BA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/>
        </p:blipFill>
        <p:spPr>
          <a:xfrm>
            <a:off x="3289080" y="710365"/>
            <a:ext cx="1638300" cy="1600200"/>
          </a:xfrm>
          <a:prstGeom prst="rect">
            <a:avLst/>
          </a:prstGeom>
        </p:spPr>
      </p:pic>
      <p:sp>
        <p:nvSpPr>
          <p:cNvPr id="19" name="Q3_label">
            <a:extLst>
              <a:ext uri="{FF2B5EF4-FFF2-40B4-BE49-F238E27FC236}">
                <a16:creationId xmlns:a16="http://schemas.microsoft.com/office/drawing/2014/main" id="{1E4F8B92-7806-219B-A193-8F42E9474D26}"/>
              </a:ext>
            </a:extLst>
          </p:cNvPr>
          <p:cNvSpPr txBox="1"/>
          <p:nvPr/>
        </p:nvSpPr>
        <p:spPr>
          <a:xfrm>
            <a:off x="4927380" y="248700"/>
            <a:ext cx="16383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b="1" i="1" dirty="0"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Q</a:t>
            </a:r>
            <a:r>
              <a:rPr lang="en-US" sz="800" b="1" i="1" baseline="-25000" dirty="0"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3</a:t>
            </a:r>
            <a:endParaRPr lang="en-US" sz="800" b="1" baseline="-25000" dirty="0">
              <a:latin typeface="Arial" panose="020B0604020202020204" pitchFamily="34" charset="0"/>
              <a:ea typeface="Cambria Math" panose="02040503050406030204" pitchFamily="18" charset="0"/>
              <a:cs typeface="Arial" panose="020B0604020202020204" pitchFamily="34" charset="0"/>
            </a:endParaRPr>
          </a:p>
          <a:p>
            <a:pPr algn="ctr"/>
            <a:r>
              <a:rPr lang="en-US" sz="800" dirty="0"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Independent, equal rates</a:t>
            </a:r>
          </a:p>
          <a:p>
            <a:pPr algn="ctr"/>
            <a:r>
              <a:rPr lang="en-US" sz="800" dirty="0"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High rates</a:t>
            </a:r>
          </a:p>
        </p:txBody>
      </p:sp>
      <p:pic>
        <p:nvPicPr>
          <p:cNvPr id="23" name="Q3_plot">
            <a:extLst>
              <a:ext uri="{FF2B5EF4-FFF2-40B4-BE49-F238E27FC236}">
                <a16:creationId xmlns:a16="http://schemas.microsoft.com/office/drawing/2014/main" id="{2FFB97BB-C820-7763-5DCE-494E769C3BBD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rcRect/>
          <a:stretch/>
        </p:blipFill>
        <p:spPr>
          <a:xfrm>
            <a:off x="4927380" y="710365"/>
            <a:ext cx="1638300" cy="1600200"/>
          </a:xfrm>
          <a:prstGeom prst="rect">
            <a:avLst/>
          </a:prstGeom>
        </p:spPr>
      </p:pic>
      <p:sp>
        <p:nvSpPr>
          <p:cNvPr id="5" name="random_label">
            <a:extLst>
              <a:ext uri="{FF2B5EF4-FFF2-40B4-BE49-F238E27FC236}">
                <a16:creationId xmlns:a16="http://schemas.microsoft.com/office/drawing/2014/main" id="{54B1A7F3-9C9C-7526-E329-69BAB4DEBBF4}"/>
              </a:ext>
            </a:extLst>
          </p:cNvPr>
          <p:cNvSpPr txBox="1"/>
          <p:nvPr/>
        </p:nvSpPr>
        <p:spPr>
          <a:xfrm>
            <a:off x="12480" y="2687661"/>
            <a:ext cx="16383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b="1" dirty="0"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Random</a:t>
            </a:r>
            <a:endParaRPr lang="en-US" sz="800" dirty="0">
              <a:solidFill>
                <a:schemeClr val="bg1"/>
              </a:solidFill>
              <a:latin typeface="Arial" panose="020B0604020202020204" pitchFamily="34" charset="0"/>
              <a:ea typeface="Cambria Math" panose="02040503050406030204" pitchFamily="18" charset="0"/>
              <a:cs typeface="Arial" panose="020B0604020202020204" pitchFamily="34" charset="0"/>
            </a:endParaRPr>
          </a:p>
        </p:txBody>
      </p:sp>
      <p:pic>
        <p:nvPicPr>
          <p:cNvPr id="6" name="random_plot">
            <a:extLst>
              <a:ext uri="{FF2B5EF4-FFF2-40B4-BE49-F238E27FC236}">
                <a16:creationId xmlns:a16="http://schemas.microsoft.com/office/drawing/2014/main" id="{27F4BAB3-79B2-1B5E-AD60-2BED77DCDE2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2480" y="2903105"/>
            <a:ext cx="1638300" cy="1600200"/>
          </a:xfrm>
          <a:prstGeom prst="rect">
            <a:avLst/>
          </a:prstGeom>
        </p:spPr>
      </p:pic>
      <p:sp>
        <p:nvSpPr>
          <p:cNvPr id="24" name="Q4_label">
            <a:extLst>
              <a:ext uri="{FF2B5EF4-FFF2-40B4-BE49-F238E27FC236}">
                <a16:creationId xmlns:a16="http://schemas.microsoft.com/office/drawing/2014/main" id="{E6311FAF-0AF9-D2B0-0599-14D4C1D89A7E}"/>
              </a:ext>
            </a:extLst>
          </p:cNvPr>
          <p:cNvSpPr txBox="1"/>
          <p:nvPr/>
        </p:nvSpPr>
        <p:spPr>
          <a:xfrm>
            <a:off x="1650780" y="2441440"/>
            <a:ext cx="1638300" cy="461665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ctr"/>
            <a:r>
              <a:rPr lang="en-US" sz="800" b="1" i="1" dirty="0"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Q</a:t>
            </a:r>
            <a:r>
              <a:rPr lang="en-US" sz="800" b="1" baseline="-25000" dirty="0"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4</a:t>
            </a:r>
          </a:p>
          <a:p>
            <a:pPr algn="ctr"/>
            <a:r>
              <a:rPr lang="en-US" sz="800" dirty="0"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Independent, directional rates</a:t>
            </a:r>
          </a:p>
          <a:p>
            <a:pPr algn="ctr"/>
            <a:r>
              <a:rPr lang="en-US" sz="800" dirty="0"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Low loss, Medium gain</a:t>
            </a:r>
          </a:p>
        </p:txBody>
      </p:sp>
      <p:pic>
        <p:nvPicPr>
          <p:cNvPr id="26" name="Q4_plot">
            <a:extLst>
              <a:ext uri="{FF2B5EF4-FFF2-40B4-BE49-F238E27FC236}">
                <a16:creationId xmlns:a16="http://schemas.microsoft.com/office/drawing/2014/main" id="{46B7AACF-5F60-183F-FFE9-586BEFEE7C2B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rcRect/>
          <a:stretch/>
        </p:blipFill>
        <p:spPr>
          <a:xfrm>
            <a:off x="1650780" y="2903105"/>
            <a:ext cx="1638300" cy="1600200"/>
          </a:xfrm>
          <a:prstGeom prst="rect">
            <a:avLst/>
          </a:prstGeom>
        </p:spPr>
      </p:pic>
      <p:sp>
        <p:nvSpPr>
          <p:cNvPr id="27" name="Q5_label">
            <a:extLst>
              <a:ext uri="{FF2B5EF4-FFF2-40B4-BE49-F238E27FC236}">
                <a16:creationId xmlns:a16="http://schemas.microsoft.com/office/drawing/2014/main" id="{39F09FB6-D847-942E-5B7A-32E465D41C27}"/>
              </a:ext>
            </a:extLst>
          </p:cNvPr>
          <p:cNvSpPr txBox="1"/>
          <p:nvPr/>
        </p:nvSpPr>
        <p:spPr>
          <a:xfrm>
            <a:off x="3289080" y="2437842"/>
            <a:ext cx="1638300" cy="461665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ctr"/>
            <a:r>
              <a:rPr lang="en-US" sz="800" b="1" i="1" dirty="0"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Q</a:t>
            </a:r>
            <a:r>
              <a:rPr lang="en-US" sz="800" b="1" baseline="-25000" dirty="0"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5</a:t>
            </a:r>
          </a:p>
          <a:p>
            <a:pPr algn="ctr"/>
            <a:r>
              <a:rPr lang="en-US" sz="800" dirty="0"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Independent, directional rates</a:t>
            </a:r>
          </a:p>
          <a:p>
            <a:pPr algn="ctr"/>
            <a:r>
              <a:rPr lang="en-US" sz="800" dirty="0"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Low loss, High gain</a:t>
            </a:r>
          </a:p>
        </p:txBody>
      </p:sp>
      <p:pic>
        <p:nvPicPr>
          <p:cNvPr id="29" name="Q5_plot">
            <a:extLst>
              <a:ext uri="{FF2B5EF4-FFF2-40B4-BE49-F238E27FC236}">
                <a16:creationId xmlns:a16="http://schemas.microsoft.com/office/drawing/2014/main" id="{90E9F9A9-4412-50D5-6B5F-7CC664B5AD29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rcRect/>
          <a:stretch/>
        </p:blipFill>
        <p:spPr>
          <a:xfrm>
            <a:off x="3289080" y="2899507"/>
            <a:ext cx="1638300" cy="1600200"/>
          </a:xfrm>
          <a:prstGeom prst="rect">
            <a:avLst/>
          </a:prstGeom>
        </p:spPr>
      </p:pic>
      <p:sp>
        <p:nvSpPr>
          <p:cNvPr id="30" name="Q6_label">
            <a:extLst>
              <a:ext uri="{FF2B5EF4-FFF2-40B4-BE49-F238E27FC236}">
                <a16:creationId xmlns:a16="http://schemas.microsoft.com/office/drawing/2014/main" id="{2A9DB774-9F1C-7219-3590-C0782F9B8FBC}"/>
              </a:ext>
            </a:extLst>
          </p:cNvPr>
          <p:cNvSpPr txBox="1"/>
          <p:nvPr/>
        </p:nvSpPr>
        <p:spPr>
          <a:xfrm>
            <a:off x="4927380" y="2441440"/>
            <a:ext cx="1638300" cy="461665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ctr"/>
            <a:r>
              <a:rPr lang="en-US" sz="800" b="1" i="1" dirty="0"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Q</a:t>
            </a:r>
            <a:r>
              <a:rPr lang="en-US" sz="800" b="1" baseline="-25000" dirty="0"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6</a:t>
            </a:r>
          </a:p>
          <a:p>
            <a:pPr algn="ctr"/>
            <a:r>
              <a:rPr lang="en-US" sz="800" dirty="0"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Independent, directional rates</a:t>
            </a:r>
          </a:p>
          <a:p>
            <a:pPr algn="ctr"/>
            <a:r>
              <a:rPr lang="en-US" sz="800" dirty="0"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Medium loss, High gain</a:t>
            </a:r>
          </a:p>
        </p:txBody>
      </p:sp>
      <p:pic>
        <p:nvPicPr>
          <p:cNvPr id="32" name="Q6_plot">
            <a:extLst>
              <a:ext uri="{FF2B5EF4-FFF2-40B4-BE49-F238E27FC236}">
                <a16:creationId xmlns:a16="http://schemas.microsoft.com/office/drawing/2014/main" id="{FC404B92-ECEB-173C-5EFF-99EC354B54C9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rcRect/>
          <a:stretch/>
        </p:blipFill>
        <p:spPr>
          <a:xfrm>
            <a:off x="4927380" y="2903105"/>
            <a:ext cx="1638300" cy="1600200"/>
          </a:xfrm>
          <a:prstGeom prst="rect">
            <a:avLst/>
          </a:prstGeom>
        </p:spPr>
      </p:pic>
      <p:sp>
        <p:nvSpPr>
          <p:cNvPr id="7" name="random_label">
            <a:extLst>
              <a:ext uri="{FF2B5EF4-FFF2-40B4-BE49-F238E27FC236}">
                <a16:creationId xmlns:a16="http://schemas.microsoft.com/office/drawing/2014/main" id="{CC725DA8-1FE3-95FB-A2D8-E9C13E4C06EE}"/>
              </a:ext>
            </a:extLst>
          </p:cNvPr>
          <p:cNvSpPr txBox="1"/>
          <p:nvPr/>
        </p:nvSpPr>
        <p:spPr>
          <a:xfrm>
            <a:off x="12480" y="4882992"/>
            <a:ext cx="16383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b="1" dirty="0"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Random</a:t>
            </a:r>
            <a:endParaRPr lang="en-US" sz="800" dirty="0">
              <a:solidFill>
                <a:schemeClr val="bg1"/>
              </a:solidFill>
              <a:latin typeface="Arial" panose="020B0604020202020204" pitchFamily="34" charset="0"/>
              <a:ea typeface="Cambria Math" panose="02040503050406030204" pitchFamily="18" charset="0"/>
              <a:cs typeface="Arial" panose="020B0604020202020204" pitchFamily="34" charset="0"/>
            </a:endParaRPr>
          </a:p>
        </p:txBody>
      </p:sp>
      <p:pic>
        <p:nvPicPr>
          <p:cNvPr id="8" name="random_plot">
            <a:extLst>
              <a:ext uri="{FF2B5EF4-FFF2-40B4-BE49-F238E27FC236}">
                <a16:creationId xmlns:a16="http://schemas.microsoft.com/office/drawing/2014/main" id="{BCDCF153-FA4D-99E9-8144-4E472985FB8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2480" y="5098436"/>
            <a:ext cx="1638300" cy="1600200"/>
          </a:xfrm>
          <a:prstGeom prst="rect">
            <a:avLst/>
          </a:prstGeom>
        </p:spPr>
      </p:pic>
      <p:sp>
        <p:nvSpPr>
          <p:cNvPr id="33" name="Q7_label">
            <a:extLst>
              <a:ext uri="{FF2B5EF4-FFF2-40B4-BE49-F238E27FC236}">
                <a16:creationId xmlns:a16="http://schemas.microsoft.com/office/drawing/2014/main" id="{29107BFC-6ECB-DDDD-4D99-1C29551A685B}"/>
              </a:ext>
            </a:extLst>
          </p:cNvPr>
          <p:cNvSpPr txBox="1"/>
          <p:nvPr/>
        </p:nvSpPr>
        <p:spPr>
          <a:xfrm>
            <a:off x="1650780" y="4636771"/>
            <a:ext cx="16383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b="1" i="1" dirty="0"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Q</a:t>
            </a:r>
            <a:r>
              <a:rPr lang="en-US" sz="800" b="1" baseline="-25000" dirty="0"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7</a:t>
            </a:r>
          </a:p>
          <a:p>
            <a:pPr algn="ctr"/>
            <a:r>
              <a:rPr lang="en-US" sz="800" dirty="0"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Low dependency</a:t>
            </a:r>
          </a:p>
          <a:p>
            <a:pPr algn="ctr"/>
            <a:r>
              <a:rPr lang="en-US" sz="800" dirty="0"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Low rates</a:t>
            </a:r>
          </a:p>
        </p:txBody>
      </p:sp>
      <p:pic>
        <p:nvPicPr>
          <p:cNvPr id="35" name="Q7_plot">
            <a:extLst>
              <a:ext uri="{FF2B5EF4-FFF2-40B4-BE49-F238E27FC236}">
                <a16:creationId xmlns:a16="http://schemas.microsoft.com/office/drawing/2014/main" id="{F8A42BE5-1640-F7C3-AD3B-AF87C6A6796D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rcRect/>
          <a:stretch/>
        </p:blipFill>
        <p:spPr>
          <a:xfrm>
            <a:off x="1650780" y="5098436"/>
            <a:ext cx="1638300" cy="1600200"/>
          </a:xfrm>
          <a:prstGeom prst="rect">
            <a:avLst/>
          </a:prstGeom>
        </p:spPr>
      </p:pic>
      <p:sp>
        <p:nvSpPr>
          <p:cNvPr id="38" name="Q8_label">
            <a:extLst>
              <a:ext uri="{FF2B5EF4-FFF2-40B4-BE49-F238E27FC236}">
                <a16:creationId xmlns:a16="http://schemas.microsoft.com/office/drawing/2014/main" id="{586E829F-A72D-3832-E5AA-2E4A5F4B64C7}"/>
              </a:ext>
            </a:extLst>
          </p:cNvPr>
          <p:cNvSpPr txBox="1"/>
          <p:nvPr/>
        </p:nvSpPr>
        <p:spPr>
          <a:xfrm>
            <a:off x="3289080" y="4638757"/>
            <a:ext cx="16383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b="1" i="1" dirty="0"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Q</a:t>
            </a:r>
            <a:r>
              <a:rPr lang="en-US" sz="800" b="1" baseline="-25000" dirty="0"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8</a:t>
            </a:r>
          </a:p>
          <a:p>
            <a:pPr algn="ctr"/>
            <a:r>
              <a:rPr lang="en-US" sz="800" dirty="0"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Low dependency</a:t>
            </a:r>
          </a:p>
          <a:p>
            <a:pPr algn="ctr"/>
            <a:r>
              <a:rPr lang="en-US" sz="800" dirty="0"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Medium rates</a:t>
            </a:r>
          </a:p>
        </p:txBody>
      </p:sp>
      <p:pic>
        <p:nvPicPr>
          <p:cNvPr id="40" name="Q8_plot">
            <a:extLst>
              <a:ext uri="{FF2B5EF4-FFF2-40B4-BE49-F238E27FC236}">
                <a16:creationId xmlns:a16="http://schemas.microsoft.com/office/drawing/2014/main" id="{55D4C450-C369-6EE1-05FF-60E27A90E679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rcRect/>
          <a:stretch/>
        </p:blipFill>
        <p:spPr>
          <a:xfrm>
            <a:off x="3294282" y="5098436"/>
            <a:ext cx="1638300" cy="1600200"/>
          </a:xfrm>
          <a:prstGeom prst="rect">
            <a:avLst/>
          </a:prstGeom>
        </p:spPr>
      </p:pic>
      <p:sp>
        <p:nvSpPr>
          <p:cNvPr id="41" name="Q9_label">
            <a:extLst>
              <a:ext uri="{FF2B5EF4-FFF2-40B4-BE49-F238E27FC236}">
                <a16:creationId xmlns:a16="http://schemas.microsoft.com/office/drawing/2014/main" id="{4B7BD6B0-3FCF-AE55-B6EF-746B7F474B0F}"/>
              </a:ext>
            </a:extLst>
          </p:cNvPr>
          <p:cNvSpPr txBox="1"/>
          <p:nvPr/>
        </p:nvSpPr>
        <p:spPr>
          <a:xfrm>
            <a:off x="4927380" y="4633173"/>
            <a:ext cx="16383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b="1" i="1" dirty="0"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Q</a:t>
            </a:r>
            <a:r>
              <a:rPr lang="en-US" sz="800" b="1" baseline="-25000" dirty="0"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9</a:t>
            </a:r>
          </a:p>
          <a:p>
            <a:pPr algn="ctr"/>
            <a:r>
              <a:rPr lang="en-US" sz="800" dirty="0"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Low dependency</a:t>
            </a:r>
          </a:p>
          <a:p>
            <a:pPr algn="ctr"/>
            <a:r>
              <a:rPr lang="en-US" sz="800" dirty="0"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High rates</a:t>
            </a:r>
          </a:p>
        </p:txBody>
      </p:sp>
      <p:pic>
        <p:nvPicPr>
          <p:cNvPr id="43" name="Q9_plot">
            <a:extLst>
              <a:ext uri="{FF2B5EF4-FFF2-40B4-BE49-F238E27FC236}">
                <a16:creationId xmlns:a16="http://schemas.microsoft.com/office/drawing/2014/main" id="{95B241FF-EF3C-1871-8D0D-6CB25436BF06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rcRect/>
          <a:stretch/>
        </p:blipFill>
        <p:spPr>
          <a:xfrm>
            <a:off x="4932582" y="5093845"/>
            <a:ext cx="1638300" cy="1600200"/>
          </a:xfrm>
          <a:prstGeom prst="rect">
            <a:avLst/>
          </a:prstGeom>
        </p:spPr>
      </p:pic>
      <p:sp>
        <p:nvSpPr>
          <p:cNvPr id="11" name="random_label">
            <a:extLst>
              <a:ext uri="{FF2B5EF4-FFF2-40B4-BE49-F238E27FC236}">
                <a16:creationId xmlns:a16="http://schemas.microsoft.com/office/drawing/2014/main" id="{043F2BB2-31A1-000E-7F31-60EBE0E740B6}"/>
              </a:ext>
            </a:extLst>
          </p:cNvPr>
          <p:cNvSpPr txBox="1"/>
          <p:nvPr/>
        </p:nvSpPr>
        <p:spPr>
          <a:xfrm>
            <a:off x="12480" y="7079655"/>
            <a:ext cx="16383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b="1" dirty="0"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Random</a:t>
            </a:r>
            <a:endParaRPr lang="en-US" sz="800" dirty="0">
              <a:solidFill>
                <a:schemeClr val="bg1"/>
              </a:solidFill>
              <a:latin typeface="Arial" panose="020B0604020202020204" pitchFamily="34" charset="0"/>
              <a:ea typeface="Cambria Math" panose="02040503050406030204" pitchFamily="18" charset="0"/>
              <a:cs typeface="Arial" panose="020B0604020202020204" pitchFamily="34" charset="0"/>
            </a:endParaRPr>
          </a:p>
        </p:txBody>
      </p:sp>
      <p:pic>
        <p:nvPicPr>
          <p:cNvPr id="12" name="random_plot">
            <a:extLst>
              <a:ext uri="{FF2B5EF4-FFF2-40B4-BE49-F238E27FC236}">
                <a16:creationId xmlns:a16="http://schemas.microsoft.com/office/drawing/2014/main" id="{D1804693-D72F-FA93-1315-50D2C4B22BB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2480" y="7295099"/>
            <a:ext cx="1638300" cy="1600200"/>
          </a:xfrm>
          <a:prstGeom prst="rect">
            <a:avLst/>
          </a:prstGeom>
        </p:spPr>
      </p:pic>
      <p:sp>
        <p:nvSpPr>
          <p:cNvPr id="44" name="Q10_label">
            <a:extLst>
              <a:ext uri="{FF2B5EF4-FFF2-40B4-BE49-F238E27FC236}">
                <a16:creationId xmlns:a16="http://schemas.microsoft.com/office/drawing/2014/main" id="{4F02808D-EA59-5DA5-6A39-AB9029010ADB}"/>
              </a:ext>
            </a:extLst>
          </p:cNvPr>
          <p:cNvSpPr txBox="1"/>
          <p:nvPr/>
        </p:nvSpPr>
        <p:spPr>
          <a:xfrm>
            <a:off x="1650780" y="6832102"/>
            <a:ext cx="163808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b="1" i="1"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Q</a:t>
            </a:r>
            <a:r>
              <a:rPr lang="en-US" sz="800" b="1" baseline="-25000"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10</a:t>
            </a:r>
          </a:p>
          <a:p>
            <a:pPr algn="ctr"/>
            <a:r>
              <a:rPr lang="en-US" sz="800"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High dependency</a:t>
            </a:r>
          </a:p>
          <a:p>
            <a:pPr algn="ctr"/>
            <a:r>
              <a:rPr lang="en-US" sz="800"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Low rates</a:t>
            </a:r>
          </a:p>
        </p:txBody>
      </p:sp>
      <p:pic>
        <p:nvPicPr>
          <p:cNvPr id="46" name="Q10_plot">
            <a:extLst>
              <a:ext uri="{FF2B5EF4-FFF2-40B4-BE49-F238E27FC236}">
                <a16:creationId xmlns:a16="http://schemas.microsoft.com/office/drawing/2014/main" id="{5356786E-1164-A7E8-60A6-1D770AB43D57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rcRect/>
          <a:stretch/>
        </p:blipFill>
        <p:spPr>
          <a:xfrm>
            <a:off x="1650565" y="7293767"/>
            <a:ext cx="1638300" cy="1600200"/>
          </a:xfrm>
          <a:prstGeom prst="rect">
            <a:avLst/>
          </a:prstGeom>
        </p:spPr>
      </p:pic>
      <p:sp>
        <p:nvSpPr>
          <p:cNvPr id="47" name="Q11_label">
            <a:extLst>
              <a:ext uri="{FF2B5EF4-FFF2-40B4-BE49-F238E27FC236}">
                <a16:creationId xmlns:a16="http://schemas.microsoft.com/office/drawing/2014/main" id="{48A69DB1-2DA9-2C23-870E-83F75BF1BB86}"/>
              </a:ext>
            </a:extLst>
          </p:cNvPr>
          <p:cNvSpPr txBox="1"/>
          <p:nvPr/>
        </p:nvSpPr>
        <p:spPr>
          <a:xfrm>
            <a:off x="3289187" y="6829497"/>
            <a:ext cx="163808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b="1" i="1" dirty="0"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Q</a:t>
            </a:r>
            <a:r>
              <a:rPr lang="en-US" sz="800" b="1" baseline="-25000" dirty="0"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11</a:t>
            </a:r>
          </a:p>
          <a:p>
            <a:pPr algn="ctr"/>
            <a:r>
              <a:rPr lang="en-US" sz="800" dirty="0"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High dependency</a:t>
            </a:r>
          </a:p>
          <a:p>
            <a:pPr algn="ctr"/>
            <a:r>
              <a:rPr lang="en-US" sz="800" dirty="0"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Medium rates</a:t>
            </a:r>
          </a:p>
        </p:txBody>
      </p:sp>
      <p:pic>
        <p:nvPicPr>
          <p:cNvPr id="49" name="Q11_plot">
            <a:extLst>
              <a:ext uri="{FF2B5EF4-FFF2-40B4-BE49-F238E27FC236}">
                <a16:creationId xmlns:a16="http://schemas.microsoft.com/office/drawing/2014/main" id="{59BD3850-4F6A-AD0E-EF3E-1EDF9FA6FE2D}"/>
              </a:ext>
            </a:extLst>
          </p:cNvPr>
          <p:cNvPicPr>
            <a:picLocks noChangeAspect="1"/>
          </p:cNvPicPr>
          <p:nvPr/>
        </p:nvPicPr>
        <p:blipFill>
          <a:blip r:embed="rId24">
            <a:extLst>
              <a:ext uri="{96DAC541-7B7A-43D3-8B79-37D633B846F1}">
                <asvg:svgBlip xmlns:asvg="http://schemas.microsoft.com/office/drawing/2016/SVG/main" r:embed="rId25"/>
              </a:ext>
            </a:extLst>
          </a:blip>
          <a:srcRect/>
          <a:stretch/>
        </p:blipFill>
        <p:spPr>
          <a:xfrm>
            <a:off x="3289079" y="7293767"/>
            <a:ext cx="1638300" cy="1600200"/>
          </a:xfrm>
          <a:prstGeom prst="rect">
            <a:avLst/>
          </a:prstGeom>
        </p:spPr>
      </p:pic>
      <p:sp>
        <p:nvSpPr>
          <p:cNvPr id="50" name="Q12_label">
            <a:extLst>
              <a:ext uri="{FF2B5EF4-FFF2-40B4-BE49-F238E27FC236}">
                <a16:creationId xmlns:a16="http://schemas.microsoft.com/office/drawing/2014/main" id="{DCE75F9B-BFD2-B12A-2C4B-96FC3814546A}"/>
              </a:ext>
            </a:extLst>
          </p:cNvPr>
          <p:cNvSpPr txBox="1"/>
          <p:nvPr/>
        </p:nvSpPr>
        <p:spPr>
          <a:xfrm>
            <a:off x="4926950" y="6829496"/>
            <a:ext cx="163808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b="1" i="1" dirty="0"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Q</a:t>
            </a:r>
            <a:r>
              <a:rPr lang="en-US" sz="800" b="1" baseline="-25000" dirty="0"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12</a:t>
            </a:r>
          </a:p>
          <a:p>
            <a:pPr algn="ctr"/>
            <a:r>
              <a:rPr lang="en-US" sz="800" dirty="0"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High dependency</a:t>
            </a:r>
          </a:p>
          <a:p>
            <a:pPr algn="ctr"/>
            <a:r>
              <a:rPr lang="en-US" sz="800" dirty="0"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High rates</a:t>
            </a:r>
          </a:p>
        </p:txBody>
      </p:sp>
      <p:pic>
        <p:nvPicPr>
          <p:cNvPr id="52" name="Q12_plot">
            <a:extLst>
              <a:ext uri="{FF2B5EF4-FFF2-40B4-BE49-F238E27FC236}">
                <a16:creationId xmlns:a16="http://schemas.microsoft.com/office/drawing/2014/main" id="{A6212138-213A-CB58-72B1-64FD3C90C635}"/>
              </a:ext>
            </a:extLst>
          </p:cNvPr>
          <p:cNvPicPr>
            <a:picLocks noChangeAspect="1"/>
          </p:cNvPicPr>
          <p:nvPr/>
        </p:nvPicPr>
        <p:blipFill>
          <a:blip r:embed="rId26">
            <a:extLst>
              <a:ext uri="{96DAC541-7B7A-43D3-8B79-37D633B846F1}">
                <asvg:svgBlip xmlns:asvg="http://schemas.microsoft.com/office/drawing/2016/SVG/main" r:embed="rId27"/>
              </a:ext>
            </a:extLst>
          </a:blip>
          <a:srcRect/>
          <a:stretch/>
        </p:blipFill>
        <p:spPr>
          <a:xfrm>
            <a:off x="4926950" y="7293767"/>
            <a:ext cx="1638300" cy="1600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738759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 2013 - 2022</Template>
  <TotalTime>1082</TotalTime>
  <Words>85</Words>
  <Application>Microsoft Office PowerPoint</Application>
  <PresentationFormat>Custom</PresentationFormat>
  <Paragraphs>40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Kevin Surya</dc:creator>
  <cp:lastModifiedBy>Surya, Kevin</cp:lastModifiedBy>
  <cp:revision>71</cp:revision>
  <dcterms:created xsi:type="dcterms:W3CDTF">2024-10-20T22:17:39Z</dcterms:created>
  <dcterms:modified xsi:type="dcterms:W3CDTF">2026-02-10T09:54:15Z</dcterms:modified>
</cp:coreProperties>
</file>