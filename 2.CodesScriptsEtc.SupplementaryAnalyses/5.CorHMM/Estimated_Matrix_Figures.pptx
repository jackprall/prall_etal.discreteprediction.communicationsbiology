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7"/>
  </p:notesMasterIdLst>
  <p:sldIdLst>
    <p:sldId id="262" r:id="rId2"/>
    <p:sldId id="256" r:id="rId3"/>
    <p:sldId id="261" r:id="rId4"/>
    <p:sldId id="260" r:id="rId5"/>
    <p:sldId id="259" r:id="rId6"/>
  </p:sldIdLst>
  <p:sldSz cx="6218238" cy="7132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7413" autoAdjust="0"/>
  </p:normalViewPr>
  <p:slideViewPr>
    <p:cSldViewPr snapToGrid="0">
      <p:cViewPr varScale="1">
        <p:scale>
          <a:sx n="155" d="100"/>
          <a:sy n="155" d="100"/>
        </p:scale>
        <p:origin x="39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ll, John" userId="dd278c9d-4801-451a-9bcc-826554912a66" providerId="ADAL" clId="{F13AD808-D5F0-41C2-A4CB-FD3E767895E0}"/>
    <pc:docChg chg="undo custSel addSld modSld sldOrd">
      <pc:chgData name="Prall, John" userId="dd278c9d-4801-451a-9bcc-826554912a66" providerId="ADAL" clId="{F13AD808-D5F0-41C2-A4CB-FD3E767895E0}" dt="2026-05-11T15:39:56.844" v="1777" actId="20577"/>
      <pc:docMkLst>
        <pc:docMk/>
      </pc:docMkLst>
      <pc:sldChg chg="modSp mod">
        <pc:chgData name="Prall, John" userId="dd278c9d-4801-451a-9bcc-826554912a66" providerId="ADAL" clId="{F13AD808-D5F0-41C2-A4CB-FD3E767895E0}" dt="2026-04-27T17:44:34.521" v="216"/>
        <pc:sldMkLst>
          <pc:docMk/>
          <pc:sldMk cId="2390703491" sldId="256"/>
        </pc:sldMkLst>
        <pc:spChg chg="mod">
          <ac:chgData name="Prall, John" userId="dd278c9d-4801-451a-9bcc-826554912a66" providerId="ADAL" clId="{F13AD808-D5F0-41C2-A4CB-FD3E767895E0}" dt="2026-04-27T17:44:32.002" v="214"/>
          <ac:spMkLst>
            <pc:docMk/>
            <pc:sldMk cId="2390703491" sldId="256"/>
            <ac:spMk id="5" creationId="{243EBA32-A0AA-DF60-AABD-55BF028E7A99}"/>
          </ac:spMkLst>
        </pc:spChg>
        <pc:spChg chg="mod">
          <ac:chgData name="Prall, John" userId="dd278c9d-4801-451a-9bcc-826554912a66" providerId="ADAL" clId="{F13AD808-D5F0-41C2-A4CB-FD3E767895E0}" dt="2026-04-27T17:44:32.949" v="215"/>
          <ac:spMkLst>
            <pc:docMk/>
            <pc:sldMk cId="2390703491" sldId="256"/>
            <ac:spMk id="7" creationId="{EC9E989E-7324-212A-BC7C-90A6A3AB7FFE}"/>
          </ac:spMkLst>
        </pc:spChg>
        <pc:spChg chg="mod">
          <ac:chgData name="Prall, John" userId="dd278c9d-4801-451a-9bcc-826554912a66" providerId="ADAL" clId="{F13AD808-D5F0-41C2-A4CB-FD3E767895E0}" dt="2026-04-27T17:44:12.553" v="205" actId="20577"/>
          <ac:spMkLst>
            <pc:docMk/>
            <pc:sldMk cId="2390703491" sldId="256"/>
            <ac:spMk id="9" creationId="{4542A717-4BC4-D84D-9AFF-E289FE9A1F86}"/>
          </ac:spMkLst>
        </pc:spChg>
        <pc:spChg chg="mod">
          <ac:chgData name="Prall, John" userId="dd278c9d-4801-451a-9bcc-826554912a66" providerId="ADAL" clId="{F13AD808-D5F0-41C2-A4CB-FD3E767895E0}" dt="2026-04-27T17:44:22.307" v="206"/>
          <ac:spMkLst>
            <pc:docMk/>
            <pc:sldMk cId="2390703491" sldId="256"/>
            <ac:spMk id="11" creationId="{DCD89405-1914-E436-2CA1-22F2CFF76BAE}"/>
          </ac:spMkLst>
        </pc:spChg>
        <pc:spChg chg="mod">
          <ac:chgData name="Prall, John" userId="dd278c9d-4801-451a-9bcc-826554912a66" providerId="ADAL" clId="{F13AD808-D5F0-41C2-A4CB-FD3E767895E0}" dt="2026-04-27T17:44:23.593" v="207"/>
          <ac:spMkLst>
            <pc:docMk/>
            <pc:sldMk cId="2390703491" sldId="256"/>
            <ac:spMk id="13" creationId="{52B13BD7-EB81-0818-2C53-64CB06156E8A}"/>
          </ac:spMkLst>
        </pc:spChg>
        <pc:spChg chg="mod">
          <ac:chgData name="Prall, John" userId="dd278c9d-4801-451a-9bcc-826554912a66" providerId="ADAL" clId="{F13AD808-D5F0-41C2-A4CB-FD3E767895E0}" dt="2026-04-27T17:44:34.521" v="216"/>
          <ac:spMkLst>
            <pc:docMk/>
            <pc:sldMk cId="2390703491" sldId="256"/>
            <ac:spMk id="14" creationId="{B5E597B3-F585-23BC-9932-5A66C91DAF44}"/>
          </ac:spMkLst>
        </pc:spChg>
        <pc:spChg chg="mod">
          <ac:chgData name="Prall, John" userId="dd278c9d-4801-451a-9bcc-826554912a66" providerId="ADAL" clId="{F13AD808-D5F0-41C2-A4CB-FD3E767895E0}" dt="2026-04-27T17:44:24.768" v="208"/>
          <ac:spMkLst>
            <pc:docMk/>
            <pc:sldMk cId="2390703491" sldId="256"/>
            <ac:spMk id="17" creationId="{24632FFE-9749-06D6-9C2C-DE4E314A3FAE}"/>
          </ac:spMkLst>
        </pc:spChg>
        <pc:spChg chg="mod">
          <ac:chgData name="Prall, John" userId="dd278c9d-4801-451a-9bcc-826554912a66" providerId="ADAL" clId="{F13AD808-D5F0-41C2-A4CB-FD3E767895E0}" dt="2026-04-27T17:44:25.522" v="209"/>
          <ac:spMkLst>
            <pc:docMk/>
            <pc:sldMk cId="2390703491" sldId="256"/>
            <ac:spMk id="19" creationId="{208FFB8B-04CC-D6F6-0214-01EA89E0FEBC}"/>
          </ac:spMkLst>
        </pc:spChg>
        <pc:spChg chg="mod">
          <ac:chgData name="Prall, John" userId="dd278c9d-4801-451a-9bcc-826554912a66" providerId="ADAL" clId="{F13AD808-D5F0-41C2-A4CB-FD3E767895E0}" dt="2026-04-27T17:44:26.715" v="210"/>
          <ac:spMkLst>
            <pc:docMk/>
            <pc:sldMk cId="2390703491" sldId="256"/>
            <ac:spMk id="21" creationId="{674A2FE5-066F-D9A4-766E-9EB25F83CE3B}"/>
          </ac:spMkLst>
        </pc:spChg>
        <pc:spChg chg="mod">
          <ac:chgData name="Prall, John" userId="dd278c9d-4801-451a-9bcc-826554912a66" providerId="ADAL" clId="{F13AD808-D5F0-41C2-A4CB-FD3E767895E0}" dt="2026-04-27T17:44:28.014" v="211"/>
          <ac:spMkLst>
            <pc:docMk/>
            <pc:sldMk cId="2390703491" sldId="256"/>
            <ac:spMk id="23" creationId="{0D2B8944-175A-C6EB-E355-E2FCEAAFAA75}"/>
          </ac:spMkLst>
        </pc:spChg>
        <pc:spChg chg="mod">
          <ac:chgData name="Prall, John" userId="dd278c9d-4801-451a-9bcc-826554912a66" providerId="ADAL" clId="{F13AD808-D5F0-41C2-A4CB-FD3E767895E0}" dt="2026-04-27T17:44:29.036" v="212"/>
          <ac:spMkLst>
            <pc:docMk/>
            <pc:sldMk cId="2390703491" sldId="256"/>
            <ac:spMk id="25" creationId="{8EBF2576-8D21-8CF8-7621-CC7B11DA6B4B}"/>
          </ac:spMkLst>
        </pc:spChg>
        <pc:spChg chg="mod">
          <ac:chgData name="Prall, John" userId="dd278c9d-4801-451a-9bcc-826554912a66" providerId="ADAL" clId="{F13AD808-D5F0-41C2-A4CB-FD3E767895E0}" dt="2026-04-27T17:44:30.173" v="213"/>
          <ac:spMkLst>
            <pc:docMk/>
            <pc:sldMk cId="2390703491" sldId="256"/>
            <ac:spMk id="27" creationId="{FDDC1F66-51A3-5753-5ECC-E105BA372183}"/>
          </ac:spMkLst>
        </pc:spChg>
      </pc:sldChg>
      <pc:sldChg chg="modSp mod modNotesTx">
        <pc:chgData name="Prall, John" userId="dd278c9d-4801-451a-9bcc-826554912a66" providerId="ADAL" clId="{F13AD808-D5F0-41C2-A4CB-FD3E767895E0}" dt="2026-05-11T15:39:56.844" v="1777" actId="20577"/>
        <pc:sldMkLst>
          <pc:docMk/>
          <pc:sldMk cId="3416789128" sldId="259"/>
        </pc:sldMkLst>
        <pc:spChg chg="mod">
          <ac:chgData name="Prall, John" userId="dd278c9d-4801-451a-9bcc-826554912a66" providerId="ADAL" clId="{F13AD808-D5F0-41C2-A4CB-FD3E767895E0}" dt="2026-04-27T17:41:31.099" v="32"/>
          <ac:spMkLst>
            <pc:docMk/>
            <pc:sldMk cId="3416789128" sldId="259"/>
            <ac:spMk id="5" creationId="{398EF8CF-28BC-E1EA-1C26-33A4D4D5C523}"/>
          </ac:spMkLst>
        </pc:spChg>
        <pc:spChg chg="mod">
          <ac:chgData name="Prall, John" userId="dd278c9d-4801-451a-9bcc-826554912a66" providerId="ADAL" clId="{F13AD808-D5F0-41C2-A4CB-FD3E767895E0}" dt="2026-04-27T17:41:32.842" v="33"/>
          <ac:spMkLst>
            <pc:docMk/>
            <pc:sldMk cId="3416789128" sldId="259"/>
            <ac:spMk id="7" creationId="{88A70C09-2AD7-C5F8-3CDD-3F51E34110D5}"/>
          </ac:spMkLst>
        </pc:spChg>
        <pc:spChg chg="mod">
          <ac:chgData name="Prall, John" userId="dd278c9d-4801-451a-9bcc-826554912a66" providerId="ADAL" clId="{F13AD808-D5F0-41C2-A4CB-FD3E767895E0}" dt="2026-04-27T17:41:10.509" v="23" actId="20577"/>
          <ac:spMkLst>
            <pc:docMk/>
            <pc:sldMk cId="3416789128" sldId="259"/>
            <ac:spMk id="9" creationId="{D16AA0B4-21AA-2FDA-65C1-BCA73FDFD260}"/>
          </ac:spMkLst>
        </pc:spChg>
        <pc:spChg chg="mod">
          <ac:chgData name="Prall, John" userId="dd278c9d-4801-451a-9bcc-826554912a66" providerId="ADAL" clId="{F13AD808-D5F0-41C2-A4CB-FD3E767895E0}" dt="2026-04-27T17:41:16.169" v="24"/>
          <ac:spMkLst>
            <pc:docMk/>
            <pc:sldMk cId="3416789128" sldId="259"/>
            <ac:spMk id="11" creationId="{000F1D64-0DB7-CB1A-A91A-043C824593C8}"/>
          </ac:spMkLst>
        </pc:spChg>
        <pc:spChg chg="mod">
          <ac:chgData name="Prall, John" userId="dd278c9d-4801-451a-9bcc-826554912a66" providerId="ADAL" clId="{F13AD808-D5F0-41C2-A4CB-FD3E767895E0}" dt="2026-04-27T17:41:17.895" v="25"/>
          <ac:spMkLst>
            <pc:docMk/>
            <pc:sldMk cId="3416789128" sldId="259"/>
            <ac:spMk id="13" creationId="{40561A38-61E5-6692-FF08-B1AF2641D492}"/>
          </ac:spMkLst>
        </pc:spChg>
        <pc:spChg chg="mod">
          <ac:chgData name="Prall, John" userId="dd278c9d-4801-451a-9bcc-826554912a66" providerId="ADAL" clId="{F13AD808-D5F0-41C2-A4CB-FD3E767895E0}" dt="2026-04-27T17:41:34.365" v="34"/>
          <ac:spMkLst>
            <pc:docMk/>
            <pc:sldMk cId="3416789128" sldId="259"/>
            <ac:spMk id="14" creationId="{B4C7886B-D6D7-1B41-30D9-99386F196E99}"/>
          </ac:spMkLst>
        </pc:spChg>
        <pc:spChg chg="mod">
          <ac:chgData name="Prall, John" userId="dd278c9d-4801-451a-9bcc-826554912a66" providerId="ADAL" clId="{F13AD808-D5F0-41C2-A4CB-FD3E767895E0}" dt="2026-04-27T17:41:19.741" v="26"/>
          <ac:spMkLst>
            <pc:docMk/>
            <pc:sldMk cId="3416789128" sldId="259"/>
            <ac:spMk id="17" creationId="{B4B956D9-49DB-DE5A-0923-FF40EB3ACCA9}"/>
          </ac:spMkLst>
        </pc:spChg>
        <pc:spChg chg="mod">
          <ac:chgData name="Prall, John" userId="dd278c9d-4801-451a-9bcc-826554912a66" providerId="ADAL" clId="{F13AD808-D5F0-41C2-A4CB-FD3E767895E0}" dt="2026-04-27T17:41:21.663" v="27"/>
          <ac:spMkLst>
            <pc:docMk/>
            <pc:sldMk cId="3416789128" sldId="259"/>
            <ac:spMk id="19" creationId="{8D2D0D05-AB6F-64EF-F0CD-5F90A9FBC278}"/>
          </ac:spMkLst>
        </pc:spChg>
        <pc:spChg chg="mod">
          <ac:chgData name="Prall, John" userId="dd278c9d-4801-451a-9bcc-826554912a66" providerId="ADAL" clId="{F13AD808-D5F0-41C2-A4CB-FD3E767895E0}" dt="2026-04-27T17:41:23.635" v="28"/>
          <ac:spMkLst>
            <pc:docMk/>
            <pc:sldMk cId="3416789128" sldId="259"/>
            <ac:spMk id="21" creationId="{B60133A9-D19F-73CD-F322-1017364A49F9}"/>
          </ac:spMkLst>
        </pc:spChg>
        <pc:spChg chg="mod">
          <ac:chgData name="Prall, John" userId="dd278c9d-4801-451a-9bcc-826554912a66" providerId="ADAL" clId="{F13AD808-D5F0-41C2-A4CB-FD3E767895E0}" dt="2026-04-27T17:41:25.369" v="29"/>
          <ac:spMkLst>
            <pc:docMk/>
            <pc:sldMk cId="3416789128" sldId="259"/>
            <ac:spMk id="23" creationId="{3985586D-6A3C-06DB-C928-2E4B02AA45BA}"/>
          </ac:spMkLst>
        </pc:spChg>
        <pc:spChg chg="mod">
          <ac:chgData name="Prall, John" userId="dd278c9d-4801-451a-9bcc-826554912a66" providerId="ADAL" clId="{F13AD808-D5F0-41C2-A4CB-FD3E767895E0}" dt="2026-04-27T17:41:26.966" v="30"/>
          <ac:spMkLst>
            <pc:docMk/>
            <pc:sldMk cId="3416789128" sldId="259"/>
            <ac:spMk id="25" creationId="{EE2FB81D-8729-3F63-71B6-1AC9C5678131}"/>
          </ac:spMkLst>
        </pc:spChg>
        <pc:spChg chg="mod">
          <ac:chgData name="Prall, John" userId="dd278c9d-4801-451a-9bcc-826554912a66" providerId="ADAL" clId="{F13AD808-D5F0-41C2-A4CB-FD3E767895E0}" dt="2026-04-27T17:41:29.107" v="31"/>
          <ac:spMkLst>
            <pc:docMk/>
            <pc:sldMk cId="3416789128" sldId="259"/>
            <ac:spMk id="27" creationId="{8A251CD9-673B-E707-8188-CA6D92BE9FB9}"/>
          </ac:spMkLst>
        </pc:spChg>
        <pc:graphicFrameChg chg="mod modGraphic">
          <ac:chgData name="Prall, John" userId="dd278c9d-4801-451a-9bcc-826554912a66" providerId="ADAL" clId="{F13AD808-D5F0-41C2-A4CB-FD3E767895E0}" dt="2026-05-11T15:32:28.169" v="1587" actId="20577"/>
          <ac:graphicFrameMkLst>
            <pc:docMk/>
            <pc:sldMk cId="3416789128" sldId="259"/>
            <ac:graphicFrameMk id="2" creationId="{8653E11C-3BF8-0B33-4AB8-DB733E582C89}"/>
          </ac:graphicFrameMkLst>
        </pc:graphicFrameChg>
        <pc:graphicFrameChg chg="modGraphic">
          <ac:chgData name="Prall, John" userId="dd278c9d-4801-451a-9bcc-826554912a66" providerId="ADAL" clId="{F13AD808-D5F0-41C2-A4CB-FD3E767895E0}" dt="2026-05-11T15:20:29.136" v="1291" actId="20577"/>
          <ac:graphicFrameMkLst>
            <pc:docMk/>
            <pc:sldMk cId="3416789128" sldId="259"/>
            <ac:graphicFrameMk id="4" creationId="{E12FBFA9-133B-7017-9FBB-F851052B4F70}"/>
          </ac:graphicFrameMkLst>
        </pc:graphicFrameChg>
        <pc:graphicFrameChg chg="modGraphic">
          <ac:chgData name="Prall, John" userId="dd278c9d-4801-451a-9bcc-826554912a66" providerId="ADAL" clId="{F13AD808-D5F0-41C2-A4CB-FD3E767895E0}" dt="2026-05-11T15:21:13.092" v="1306" actId="20577"/>
          <ac:graphicFrameMkLst>
            <pc:docMk/>
            <pc:sldMk cId="3416789128" sldId="259"/>
            <ac:graphicFrameMk id="10" creationId="{E3ABF774-7CCB-F564-B6A6-2886E51518C4}"/>
          </ac:graphicFrameMkLst>
        </pc:graphicFrameChg>
        <pc:graphicFrameChg chg="modGraphic">
          <ac:chgData name="Prall, John" userId="dd278c9d-4801-451a-9bcc-826554912a66" providerId="ADAL" clId="{F13AD808-D5F0-41C2-A4CB-FD3E767895E0}" dt="2026-05-11T15:21:42.737" v="1322" actId="20577"/>
          <ac:graphicFrameMkLst>
            <pc:docMk/>
            <pc:sldMk cId="3416789128" sldId="259"/>
            <ac:graphicFrameMk id="12" creationId="{3B078779-3560-418E-BBC1-564871DBF452}"/>
          </ac:graphicFrameMkLst>
        </pc:graphicFrameChg>
        <pc:graphicFrameChg chg="modGraphic">
          <ac:chgData name="Prall, John" userId="dd278c9d-4801-451a-9bcc-826554912a66" providerId="ADAL" clId="{F13AD808-D5F0-41C2-A4CB-FD3E767895E0}" dt="2026-05-11T15:32:59.850" v="1604" actId="20577"/>
          <ac:graphicFrameMkLst>
            <pc:docMk/>
            <pc:sldMk cId="3416789128" sldId="259"/>
            <ac:graphicFrameMk id="15" creationId="{3D78301C-6E25-93EA-A1BF-6873671DE229}"/>
          </ac:graphicFrameMkLst>
        </pc:graphicFrameChg>
        <pc:graphicFrameChg chg="modGraphic">
          <ac:chgData name="Prall, John" userId="dd278c9d-4801-451a-9bcc-826554912a66" providerId="ADAL" clId="{F13AD808-D5F0-41C2-A4CB-FD3E767895E0}" dt="2026-05-11T15:26:01.435" v="1439" actId="20577"/>
          <ac:graphicFrameMkLst>
            <pc:docMk/>
            <pc:sldMk cId="3416789128" sldId="259"/>
            <ac:graphicFrameMk id="16" creationId="{B57F4312-D045-8C62-AC2B-00890AFACAF1}"/>
          </ac:graphicFrameMkLst>
        </pc:graphicFrameChg>
        <pc:graphicFrameChg chg="modGraphic">
          <ac:chgData name="Prall, John" userId="dd278c9d-4801-451a-9bcc-826554912a66" providerId="ADAL" clId="{F13AD808-D5F0-41C2-A4CB-FD3E767895E0}" dt="2026-05-11T15:26:33.721" v="1455" actId="20577"/>
          <ac:graphicFrameMkLst>
            <pc:docMk/>
            <pc:sldMk cId="3416789128" sldId="259"/>
            <ac:graphicFrameMk id="18" creationId="{C4FE79BA-1D90-6CB0-3108-DE9B428D7F95}"/>
          </ac:graphicFrameMkLst>
        </pc:graphicFrameChg>
        <pc:graphicFrameChg chg="modGraphic">
          <ac:chgData name="Prall, John" userId="dd278c9d-4801-451a-9bcc-826554912a66" providerId="ADAL" clId="{F13AD808-D5F0-41C2-A4CB-FD3E767895E0}" dt="2026-05-11T15:27:16.746" v="1469" actId="20577"/>
          <ac:graphicFrameMkLst>
            <pc:docMk/>
            <pc:sldMk cId="3416789128" sldId="259"/>
            <ac:graphicFrameMk id="20" creationId="{5F25D9C4-51DA-EFC5-35B7-D380667A80E8}"/>
          </ac:graphicFrameMkLst>
        </pc:graphicFrameChg>
        <pc:graphicFrameChg chg="modGraphic">
          <ac:chgData name="Prall, John" userId="dd278c9d-4801-451a-9bcc-826554912a66" providerId="ADAL" clId="{F13AD808-D5F0-41C2-A4CB-FD3E767895E0}" dt="2026-05-11T15:33:44.143" v="1620" actId="20577"/>
          <ac:graphicFrameMkLst>
            <pc:docMk/>
            <pc:sldMk cId="3416789128" sldId="259"/>
            <ac:graphicFrameMk id="28" creationId="{652F0CB6-B756-1A4E-D951-C4FA1FE5748C}"/>
          </ac:graphicFrameMkLst>
        </pc:graphicFrameChg>
        <pc:graphicFrameChg chg="modGraphic">
          <ac:chgData name="Prall, John" userId="dd278c9d-4801-451a-9bcc-826554912a66" providerId="ADAL" clId="{F13AD808-D5F0-41C2-A4CB-FD3E767895E0}" dt="2026-05-11T15:38:46.723" v="1740" actId="20577"/>
          <ac:graphicFrameMkLst>
            <pc:docMk/>
            <pc:sldMk cId="3416789128" sldId="259"/>
            <ac:graphicFrameMk id="29" creationId="{D8B7850B-8E36-9AEB-6B3B-CBDA14955A2F}"/>
          </ac:graphicFrameMkLst>
        </pc:graphicFrameChg>
        <pc:graphicFrameChg chg="modGraphic">
          <ac:chgData name="Prall, John" userId="dd278c9d-4801-451a-9bcc-826554912a66" providerId="ADAL" clId="{F13AD808-D5F0-41C2-A4CB-FD3E767895E0}" dt="2026-05-11T15:39:19.815" v="1757" actId="20577"/>
          <ac:graphicFrameMkLst>
            <pc:docMk/>
            <pc:sldMk cId="3416789128" sldId="259"/>
            <ac:graphicFrameMk id="30" creationId="{4A207230-D9C6-4D21-7D23-ED0B505403CF}"/>
          </ac:graphicFrameMkLst>
        </pc:graphicFrameChg>
        <pc:graphicFrameChg chg="modGraphic">
          <ac:chgData name="Prall, John" userId="dd278c9d-4801-451a-9bcc-826554912a66" providerId="ADAL" clId="{F13AD808-D5F0-41C2-A4CB-FD3E767895E0}" dt="2026-05-11T15:39:56.844" v="1777" actId="20577"/>
          <ac:graphicFrameMkLst>
            <pc:docMk/>
            <pc:sldMk cId="3416789128" sldId="259"/>
            <ac:graphicFrameMk id="31" creationId="{09D1425A-CA8A-DF58-C616-B6B8A84E8AEA}"/>
          </ac:graphicFrameMkLst>
        </pc:graphicFrameChg>
      </pc:sldChg>
      <pc:sldChg chg="modSp mod">
        <pc:chgData name="Prall, John" userId="dd278c9d-4801-451a-9bcc-826554912a66" providerId="ADAL" clId="{F13AD808-D5F0-41C2-A4CB-FD3E767895E0}" dt="2026-05-11T15:38:21.194" v="1732" actId="20577"/>
        <pc:sldMkLst>
          <pc:docMk/>
          <pc:sldMk cId="1154748478" sldId="260"/>
        </pc:sldMkLst>
        <pc:spChg chg="mod">
          <ac:chgData name="Prall, John" userId="dd278c9d-4801-451a-9bcc-826554912a66" providerId="ADAL" clId="{F13AD808-D5F0-41C2-A4CB-FD3E767895E0}" dt="2026-04-27T17:40:59.732" v="17"/>
          <ac:spMkLst>
            <pc:docMk/>
            <pc:sldMk cId="1154748478" sldId="260"/>
            <ac:spMk id="5" creationId="{95484D3A-FFE3-4B7F-D2DB-130E1EDCD92E}"/>
          </ac:spMkLst>
        </pc:spChg>
        <pc:spChg chg="mod">
          <ac:chgData name="Prall, John" userId="dd278c9d-4801-451a-9bcc-826554912a66" providerId="ADAL" clId="{F13AD808-D5F0-41C2-A4CB-FD3E767895E0}" dt="2026-04-27T17:41:01.449" v="18"/>
          <ac:spMkLst>
            <pc:docMk/>
            <pc:sldMk cId="1154748478" sldId="260"/>
            <ac:spMk id="7" creationId="{2159C74A-8708-C71D-0516-10AB7C7EECCF}"/>
          </ac:spMkLst>
        </pc:spChg>
        <pc:spChg chg="mod">
          <ac:chgData name="Prall, John" userId="dd278c9d-4801-451a-9bcc-826554912a66" providerId="ADAL" clId="{F13AD808-D5F0-41C2-A4CB-FD3E767895E0}" dt="2026-04-27T17:40:43.569" v="8" actId="20577"/>
          <ac:spMkLst>
            <pc:docMk/>
            <pc:sldMk cId="1154748478" sldId="260"/>
            <ac:spMk id="9" creationId="{AFA4E626-1EA0-F4A8-D4BE-4A2F17B69707}"/>
          </ac:spMkLst>
        </pc:spChg>
        <pc:spChg chg="mod">
          <ac:chgData name="Prall, John" userId="dd278c9d-4801-451a-9bcc-826554912a66" providerId="ADAL" clId="{F13AD808-D5F0-41C2-A4CB-FD3E767895E0}" dt="2026-04-27T17:40:47.875" v="9"/>
          <ac:spMkLst>
            <pc:docMk/>
            <pc:sldMk cId="1154748478" sldId="260"/>
            <ac:spMk id="11" creationId="{3197DC3F-A23F-1CEE-3B7C-CABC25ED002D}"/>
          </ac:spMkLst>
        </pc:spChg>
        <pc:spChg chg="mod">
          <ac:chgData name="Prall, John" userId="dd278c9d-4801-451a-9bcc-826554912a66" providerId="ADAL" clId="{F13AD808-D5F0-41C2-A4CB-FD3E767895E0}" dt="2026-04-27T17:40:49.541" v="10"/>
          <ac:spMkLst>
            <pc:docMk/>
            <pc:sldMk cId="1154748478" sldId="260"/>
            <ac:spMk id="13" creationId="{3FF9B413-6709-890D-9523-D05A44B13D03}"/>
          </ac:spMkLst>
        </pc:spChg>
        <pc:spChg chg="mod">
          <ac:chgData name="Prall, John" userId="dd278c9d-4801-451a-9bcc-826554912a66" providerId="ADAL" clId="{F13AD808-D5F0-41C2-A4CB-FD3E767895E0}" dt="2026-04-27T17:41:02.623" v="19"/>
          <ac:spMkLst>
            <pc:docMk/>
            <pc:sldMk cId="1154748478" sldId="260"/>
            <ac:spMk id="14" creationId="{D4703282-7DBB-8F50-9D09-59DA18E50530}"/>
          </ac:spMkLst>
        </pc:spChg>
        <pc:spChg chg="mod">
          <ac:chgData name="Prall, John" userId="dd278c9d-4801-451a-9bcc-826554912a66" providerId="ADAL" clId="{F13AD808-D5F0-41C2-A4CB-FD3E767895E0}" dt="2026-04-27T17:40:51.085" v="11"/>
          <ac:spMkLst>
            <pc:docMk/>
            <pc:sldMk cId="1154748478" sldId="260"/>
            <ac:spMk id="17" creationId="{4C70EFB1-6D30-8F37-B7EE-8D165664858B}"/>
          </ac:spMkLst>
        </pc:spChg>
        <pc:spChg chg="mod">
          <ac:chgData name="Prall, John" userId="dd278c9d-4801-451a-9bcc-826554912a66" providerId="ADAL" clId="{F13AD808-D5F0-41C2-A4CB-FD3E767895E0}" dt="2026-04-27T17:40:52.214" v="12"/>
          <ac:spMkLst>
            <pc:docMk/>
            <pc:sldMk cId="1154748478" sldId="260"/>
            <ac:spMk id="19" creationId="{9C0E1487-F74B-AA28-5A51-908F438F806F}"/>
          </ac:spMkLst>
        </pc:spChg>
        <pc:spChg chg="mod">
          <ac:chgData name="Prall, John" userId="dd278c9d-4801-451a-9bcc-826554912a66" providerId="ADAL" clId="{F13AD808-D5F0-41C2-A4CB-FD3E767895E0}" dt="2026-04-27T17:40:53.555" v="13"/>
          <ac:spMkLst>
            <pc:docMk/>
            <pc:sldMk cId="1154748478" sldId="260"/>
            <ac:spMk id="21" creationId="{20000E4E-240E-A15E-0A49-37F5FB941083}"/>
          </ac:spMkLst>
        </pc:spChg>
        <pc:spChg chg="mod">
          <ac:chgData name="Prall, John" userId="dd278c9d-4801-451a-9bcc-826554912a66" providerId="ADAL" clId="{F13AD808-D5F0-41C2-A4CB-FD3E767895E0}" dt="2026-04-27T17:40:54.944" v="14"/>
          <ac:spMkLst>
            <pc:docMk/>
            <pc:sldMk cId="1154748478" sldId="260"/>
            <ac:spMk id="23" creationId="{EF4EDBD9-FB1D-F7AB-CE56-9CB7A713274C}"/>
          </ac:spMkLst>
        </pc:spChg>
        <pc:spChg chg="mod">
          <ac:chgData name="Prall, John" userId="dd278c9d-4801-451a-9bcc-826554912a66" providerId="ADAL" clId="{F13AD808-D5F0-41C2-A4CB-FD3E767895E0}" dt="2026-04-27T17:40:56.241" v="15"/>
          <ac:spMkLst>
            <pc:docMk/>
            <pc:sldMk cId="1154748478" sldId="260"/>
            <ac:spMk id="25" creationId="{71751F22-8A13-3103-EA3D-AE7435381021}"/>
          </ac:spMkLst>
        </pc:spChg>
        <pc:spChg chg="mod">
          <ac:chgData name="Prall, John" userId="dd278c9d-4801-451a-9bcc-826554912a66" providerId="ADAL" clId="{F13AD808-D5F0-41C2-A4CB-FD3E767895E0}" dt="2026-04-27T17:40:57.752" v="16"/>
          <ac:spMkLst>
            <pc:docMk/>
            <pc:sldMk cId="1154748478" sldId="260"/>
            <ac:spMk id="27" creationId="{53B2C48D-AC47-7474-5C3F-FFC79490B7CE}"/>
          </ac:spMkLst>
        </pc:spChg>
        <pc:graphicFrameChg chg="modGraphic">
          <ac:chgData name="Prall, John" userId="dd278c9d-4801-451a-9bcc-826554912a66" providerId="ADAL" clId="{F13AD808-D5F0-41C2-A4CB-FD3E767895E0}" dt="2026-05-11T15:30:44.153" v="1540" actId="20577"/>
          <ac:graphicFrameMkLst>
            <pc:docMk/>
            <pc:sldMk cId="1154748478" sldId="260"/>
            <ac:graphicFrameMk id="2" creationId="{8E746F20-A09D-8FC5-5DAB-1557D4534479}"/>
          </ac:graphicFrameMkLst>
        </pc:graphicFrameChg>
        <pc:graphicFrameChg chg="modGraphic">
          <ac:chgData name="Prall, John" userId="dd278c9d-4801-451a-9bcc-826554912a66" providerId="ADAL" clId="{F13AD808-D5F0-41C2-A4CB-FD3E767895E0}" dt="2026-05-11T15:17:07.748" v="1193" actId="20577"/>
          <ac:graphicFrameMkLst>
            <pc:docMk/>
            <pc:sldMk cId="1154748478" sldId="260"/>
            <ac:graphicFrameMk id="4" creationId="{5D411111-463D-50F1-24F6-48C6784FBA41}"/>
          </ac:graphicFrameMkLst>
        </pc:graphicFrameChg>
        <pc:graphicFrameChg chg="modGraphic">
          <ac:chgData name="Prall, John" userId="dd278c9d-4801-451a-9bcc-826554912a66" providerId="ADAL" clId="{F13AD808-D5F0-41C2-A4CB-FD3E767895E0}" dt="2026-05-11T15:17:57.771" v="1219" actId="20577"/>
          <ac:graphicFrameMkLst>
            <pc:docMk/>
            <pc:sldMk cId="1154748478" sldId="260"/>
            <ac:graphicFrameMk id="10" creationId="{8C95011B-0AD4-6C6E-DC3D-8385B013968C}"/>
          </ac:graphicFrameMkLst>
        </pc:graphicFrameChg>
        <pc:graphicFrameChg chg="modGraphic">
          <ac:chgData name="Prall, John" userId="dd278c9d-4801-451a-9bcc-826554912a66" providerId="ADAL" clId="{F13AD808-D5F0-41C2-A4CB-FD3E767895E0}" dt="2026-05-11T15:19:30.665" v="1263" actId="20577"/>
          <ac:graphicFrameMkLst>
            <pc:docMk/>
            <pc:sldMk cId="1154748478" sldId="260"/>
            <ac:graphicFrameMk id="12" creationId="{E926846B-5EED-F55C-897C-C6B7CC6044D0}"/>
          </ac:graphicFrameMkLst>
        </pc:graphicFrameChg>
        <pc:graphicFrameChg chg="modGraphic">
          <ac:chgData name="Prall, John" userId="dd278c9d-4801-451a-9bcc-826554912a66" providerId="ADAL" clId="{F13AD808-D5F0-41C2-A4CB-FD3E767895E0}" dt="2026-05-11T15:31:15.508" v="1558" actId="20577"/>
          <ac:graphicFrameMkLst>
            <pc:docMk/>
            <pc:sldMk cId="1154748478" sldId="260"/>
            <ac:graphicFrameMk id="15" creationId="{7A160BDA-0AE0-BEB6-C4AE-78F90DE50442}"/>
          </ac:graphicFrameMkLst>
        </pc:graphicFrameChg>
        <pc:graphicFrameChg chg="modGraphic">
          <ac:chgData name="Prall, John" userId="dd278c9d-4801-451a-9bcc-826554912a66" providerId="ADAL" clId="{F13AD808-D5F0-41C2-A4CB-FD3E767895E0}" dt="2026-05-11T15:24:21.838" v="1400" actId="20577"/>
          <ac:graphicFrameMkLst>
            <pc:docMk/>
            <pc:sldMk cId="1154748478" sldId="260"/>
            <ac:graphicFrameMk id="16" creationId="{FB6E70E1-E865-0D6F-2BD6-4522D563C2ED}"/>
          </ac:graphicFrameMkLst>
        </pc:graphicFrameChg>
        <pc:graphicFrameChg chg="modGraphic">
          <ac:chgData name="Prall, John" userId="dd278c9d-4801-451a-9bcc-826554912a66" providerId="ADAL" clId="{F13AD808-D5F0-41C2-A4CB-FD3E767895E0}" dt="2026-05-11T15:24:51.390" v="1411" actId="20577"/>
          <ac:graphicFrameMkLst>
            <pc:docMk/>
            <pc:sldMk cId="1154748478" sldId="260"/>
            <ac:graphicFrameMk id="18" creationId="{C666AC73-79F5-44D0-E878-37DD52A8C5E8}"/>
          </ac:graphicFrameMkLst>
        </pc:graphicFrameChg>
        <pc:graphicFrameChg chg="modGraphic">
          <ac:chgData name="Prall, John" userId="dd278c9d-4801-451a-9bcc-826554912a66" providerId="ADAL" clId="{F13AD808-D5F0-41C2-A4CB-FD3E767895E0}" dt="2026-05-11T15:25:21.175" v="1425" actId="20577"/>
          <ac:graphicFrameMkLst>
            <pc:docMk/>
            <pc:sldMk cId="1154748478" sldId="260"/>
            <ac:graphicFrameMk id="20" creationId="{76A56DCA-4BEF-9165-22DE-F720675239BC}"/>
          </ac:graphicFrameMkLst>
        </pc:graphicFrameChg>
        <pc:graphicFrameChg chg="modGraphic">
          <ac:chgData name="Prall, John" userId="dd278c9d-4801-451a-9bcc-826554912a66" providerId="ADAL" clId="{F13AD808-D5F0-41C2-A4CB-FD3E767895E0}" dt="2026-05-11T15:31:54.204" v="1576" actId="20577"/>
          <ac:graphicFrameMkLst>
            <pc:docMk/>
            <pc:sldMk cId="1154748478" sldId="260"/>
            <ac:graphicFrameMk id="28" creationId="{9488D226-F882-2FCE-0ED8-8BA28C198557}"/>
          </ac:graphicFrameMkLst>
        </pc:graphicFrameChg>
        <pc:graphicFrameChg chg="modGraphic">
          <ac:chgData name="Prall, John" userId="dd278c9d-4801-451a-9bcc-826554912a66" providerId="ADAL" clId="{F13AD808-D5F0-41C2-A4CB-FD3E767895E0}" dt="2026-05-11T15:36:55.730" v="1693" actId="20577"/>
          <ac:graphicFrameMkLst>
            <pc:docMk/>
            <pc:sldMk cId="1154748478" sldId="260"/>
            <ac:graphicFrameMk id="29" creationId="{DAAFBE32-F034-6984-10AB-C654003047F6}"/>
          </ac:graphicFrameMkLst>
        </pc:graphicFrameChg>
        <pc:graphicFrameChg chg="modGraphic">
          <ac:chgData name="Prall, John" userId="dd278c9d-4801-451a-9bcc-826554912a66" providerId="ADAL" clId="{F13AD808-D5F0-41C2-A4CB-FD3E767895E0}" dt="2026-05-11T15:37:43.850" v="1710" actId="20577"/>
          <ac:graphicFrameMkLst>
            <pc:docMk/>
            <pc:sldMk cId="1154748478" sldId="260"/>
            <ac:graphicFrameMk id="30" creationId="{A0E9913E-2C06-0533-2910-70CAB3E28CD0}"/>
          </ac:graphicFrameMkLst>
        </pc:graphicFrameChg>
        <pc:graphicFrameChg chg="modGraphic">
          <ac:chgData name="Prall, John" userId="dd278c9d-4801-451a-9bcc-826554912a66" providerId="ADAL" clId="{F13AD808-D5F0-41C2-A4CB-FD3E767895E0}" dt="2026-05-11T15:38:21.194" v="1732" actId="20577"/>
          <ac:graphicFrameMkLst>
            <pc:docMk/>
            <pc:sldMk cId="1154748478" sldId="260"/>
            <ac:graphicFrameMk id="31" creationId="{1079DF14-8A65-B53E-369D-A3A7E595DE35}"/>
          </ac:graphicFrameMkLst>
        </pc:graphicFrameChg>
      </pc:sldChg>
      <pc:sldChg chg="modSp add mod ord modNotesTx">
        <pc:chgData name="Prall, John" userId="dd278c9d-4801-451a-9bcc-826554912a66" providerId="ADAL" clId="{F13AD808-D5F0-41C2-A4CB-FD3E767895E0}" dt="2026-05-11T15:35:31.556" v="1666" actId="20577"/>
        <pc:sldMkLst>
          <pc:docMk/>
          <pc:sldMk cId="1074936877" sldId="261"/>
        </pc:sldMkLst>
        <pc:spChg chg="mod">
          <ac:chgData name="Prall, John" userId="dd278c9d-4801-451a-9bcc-826554912a66" providerId="ADAL" clId="{F13AD808-D5F0-41C2-A4CB-FD3E767895E0}" dt="2026-04-27T17:41:58.023" v="50"/>
          <ac:spMkLst>
            <pc:docMk/>
            <pc:sldMk cId="1074936877" sldId="261"/>
            <ac:spMk id="5" creationId="{194A109B-1D45-828B-C078-F933FA424D8D}"/>
          </ac:spMkLst>
        </pc:spChg>
        <pc:spChg chg="mod">
          <ac:chgData name="Prall, John" userId="dd278c9d-4801-451a-9bcc-826554912a66" providerId="ADAL" clId="{F13AD808-D5F0-41C2-A4CB-FD3E767895E0}" dt="2026-04-27T17:41:59.299" v="51"/>
          <ac:spMkLst>
            <pc:docMk/>
            <pc:sldMk cId="1074936877" sldId="261"/>
            <ac:spMk id="7" creationId="{26E71274-9C54-D86C-9820-4C7BCFF4ADEF}"/>
          </ac:spMkLst>
        </pc:spChg>
        <pc:spChg chg="mod">
          <ac:chgData name="Prall, John" userId="dd278c9d-4801-451a-9bcc-826554912a66" providerId="ADAL" clId="{F13AD808-D5F0-41C2-A4CB-FD3E767895E0}" dt="2026-04-27T17:41:40.002" v="41" actId="20577"/>
          <ac:spMkLst>
            <pc:docMk/>
            <pc:sldMk cId="1074936877" sldId="261"/>
            <ac:spMk id="9" creationId="{434A3E73-C7C5-2716-FFCA-452192F08542}"/>
          </ac:spMkLst>
        </pc:spChg>
        <pc:spChg chg="mod">
          <ac:chgData name="Prall, John" userId="dd278c9d-4801-451a-9bcc-826554912a66" providerId="ADAL" clId="{F13AD808-D5F0-41C2-A4CB-FD3E767895E0}" dt="2026-04-27T17:41:44.232" v="42"/>
          <ac:spMkLst>
            <pc:docMk/>
            <pc:sldMk cId="1074936877" sldId="261"/>
            <ac:spMk id="11" creationId="{7EABE21D-66F7-7169-49A0-31B196296EBD}"/>
          </ac:spMkLst>
        </pc:spChg>
        <pc:spChg chg="mod">
          <ac:chgData name="Prall, John" userId="dd278c9d-4801-451a-9bcc-826554912a66" providerId="ADAL" clId="{F13AD808-D5F0-41C2-A4CB-FD3E767895E0}" dt="2026-04-27T17:41:45.784" v="43"/>
          <ac:spMkLst>
            <pc:docMk/>
            <pc:sldMk cId="1074936877" sldId="261"/>
            <ac:spMk id="13" creationId="{96CEE6CB-B800-D3A0-E414-991D837063FB}"/>
          </ac:spMkLst>
        </pc:spChg>
        <pc:spChg chg="mod">
          <ac:chgData name="Prall, John" userId="dd278c9d-4801-451a-9bcc-826554912a66" providerId="ADAL" clId="{F13AD808-D5F0-41C2-A4CB-FD3E767895E0}" dt="2026-04-27T17:42:00.991" v="52"/>
          <ac:spMkLst>
            <pc:docMk/>
            <pc:sldMk cId="1074936877" sldId="261"/>
            <ac:spMk id="14" creationId="{BBA73176-58BC-F861-1FFA-F252A21DBD41}"/>
          </ac:spMkLst>
        </pc:spChg>
        <pc:spChg chg="mod">
          <ac:chgData name="Prall, John" userId="dd278c9d-4801-451a-9bcc-826554912a66" providerId="ADAL" clId="{F13AD808-D5F0-41C2-A4CB-FD3E767895E0}" dt="2026-04-27T17:41:48.973" v="44"/>
          <ac:spMkLst>
            <pc:docMk/>
            <pc:sldMk cId="1074936877" sldId="261"/>
            <ac:spMk id="17" creationId="{E61B9057-7AC0-7C08-A499-1CC617E55C7C}"/>
          </ac:spMkLst>
        </pc:spChg>
        <pc:spChg chg="mod">
          <ac:chgData name="Prall, John" userId="dd278c9d-4801-451a-9bcc-826554912a66" providerId="ADAL" clId="{F13AD808-D5F0-41C2-A4CB-FD3E767895E0}" dt="2026-04-27T17:41:50.371" v="45"/>
          <ac:spMkLst>
            <pc:docMk/>
            <pc:sldMk cId="1074936877" sldId="261"/>
            <ac:spMk id="19" creationId="{BAF5EF6D-F3FE-16AD-8F99-A053EF72462E}"/>
          </ac:spMkLst>
        </pc:spChg>
        <pc:spChg chg="mod">
          <ac:chgData name="Prall, John" userId="dd278c9d-4801-451a-9bcc-826554912a66" providerId="ADAL" clId="{F13AD808-D5F0-41C2-A4CB-FD3E767895E0}" dt="2026-04-27T17:41:51.676" v="46"/>
          <ac:spMkLst>
            <pc:docMk/>
            <pc:sldMk cId="1074936877" sldId="261"/>
            <ac:spMk id="21" creationId="{D3850FF6-560D-D5D5-019D-5C060BDDABC1}"/>
          </ac:spMkLst>
        </pc:spChg>
        <pc:spChg chg="mod">
          <ac:chgData name="Prall, John" userId="dd278c9d-4801-451a-9bcc-826554912a66" providerId="ADAL" clId="{F13AD808-D5F0-41C2-A4CB-FD3E767895E0}" dt="2026-04-27T17:41:53.470" v="47"/>
          <ac:spMkLst>
            <pc:docMk/>
            <pc:sldMk cId="1074936877" sldId="261"/>
            <ac:spMk id="23" creationId="{B4BEE881-D0E6-9A18-672E-C93597406285}"/>
          </ac:spMkLst>
        </pc:spChg>
        <pc:spChg chg="mod">
          <ac:chgData name="Prall, John" userId="dd278c9d-4801-451a-9bcc-826554912a66" providerId="ADAL" clId="{F13AD808-D5F0-41C2-A4CB-FD3E767895E0}" dt="2026-04-27T17:41:54.811" v="48"/>
          <ac:spMkLst>
            <pc:docMk/>
            <pc:sldMk cId="1074936877" sldId="261"/>
            <ac:spMk id="25" creationId="{96F8FA68-2227-CDD4-9D1B-0AC04B72E90D}"/>
          </ac:spMkLst>
        </pc:spChg>
        <pc:spChg chg="mod">
          <ac:chgData name="Prall, John" userId="dd278c9d-4801-451a-9bcc-826554912a66" providerId="ADAL" clId="{F13AD808-D5F0-41C2-A4CB-FD3E767895E0}" dt="2026-04-27T17:41:56.138" v="49"/>
          <ac:spMkLst>
            <pc:docMk/>
            <pc:sldMk cId="1074936877" sldId="261"/>
            <ac:spMk id="27" creationId="{D736FD0B-74C5-99AD-800F-237CC96D9693}"/>
          </ac:spMkLst>
        </pc:spChg>
        <pc:graphicFrameChg chg="modGraphic">
          <ac:chgData name="Prall, John" userId="dd278c9d-4801-451a-9bcc-826554912a66" providerId="ADAL" clId="{F13AD808-D5F0-41C2-A4CB-FD3E767895E0}" dt="2026-05-11T15:28:47.568" v="1483" actId="20577"/>
          <ac:graphicFrameMkLst>
            <pc:docMk/>
            <pc:sldMk cId="1074936877" sldId="261"/>
            <ac:graphicFrameMk id="2" creationId="{15423068-04D0-E7D9-1BBF-9F62FBF7C0B3}"/>
          </ac:graphicFrameMkLst>
        </pc:graphicFrameChg>
        <pc:graphicFrameChg chg="modGraphic">
          <ac:chgData name="Prall, John" userId="dd278c9d-4801-451a-9bcc-826554912a66" providerId="ADAL" clId="{F13AD808-D5F0-41C2-A4CB-FD3E767895E0}" dt="2026-05-11T15:14:34.068" v="1138" actId="20577"/>
          <ac:graphicFrameMkLst>
            <pc:docMk/>
            <pc:sldMk cId="1074936877" sldId="261"/>
            <ac:graphicFrameMk id="4" creationId="{481C550A-C2FF-28A7-777C-84E08F571801}"/>
          </ac:graphicFrameMkLst>
        </pc:graphicFrameChg>
        <pc:graphicFrameChg chg="modGraphic">
          <ac:chgData name="Prall, John" userId="dd278c9d-4801-451a-9bcc-826554912a66" providerId="ADAL" clId="{F13AD808-D5F0-41C2-A4CB-FD3E767895E0}" dt="2026-05-11T15:15:47.791" v="1156" actId="20577"/>
          <ac:graphicFrameMkLst>
            <pc:docMk/>
            <pc:sldMk cId="1074936877" sldId="261"/>
            <ac:graphicFrameMk id="10" creationId="{A7AC17F9-6BB0-D12D-CDC8-CEE193E538DC}"/>
          </ac:graphicFrameMkLst>
        </pc:graphicFrameChg>
        <pc:graphicFrameChg chg="modGraphic">
          <ac:chgData name="Prall, John" userId="dd278c9d-4801-451a-9bcc-826554912a66" providerId="ADAL" clId="{F13AD808-D5F0-41C2-A4CB-FD3E767895E0}" dt="2026-05-11T15:16:20.809" v="1175" actId="20577"/>
          <ac:graphicFrameMkLst>
            <pc:docMk/>
            <pc:sldMk cId="1074936877" sldId="261"/>
            <ac:graphicFrameMk id="12" creationId="{8E340C9E-24FE-A3DF-DDF2-8B98AEB60DB0}"/>
          </ac:graphicFrameMkLst>
        </pc:graphicFrameChg>
        <pc:graphicFrameChg chg="modGraphic">
          <ac:chgData name="Prall, John" userId="dd278c9d-4801-451a-9bcc-826554912a66" providerId="ADAL" clId="{F13AD808-D5F0-41C2-A4CB-FD3E767895E0}" dt="2026-05-11T15:29:23.529" v="1499" actId="20577"/>
          <ac:graphicFrameMkLst>
            <pc:docMk/>
            <pc:sldMk cId="1074936877" sldId="261"/>
            <ac:graphicFrameMk id="15" creationId="{D236C2B4-E43D-80A8-CD05-8BA1B508888E}"/>
          </ac:graphicFrameMkLst>
        </pc:graphicFrameChg>
        <pc:graphicFrameChg chg="modGraphic">
          <ac:chgData name="Prall, John" userId="dd278c9d-4801-451a-9bcc-826554912a66" providerId="ADAL" clId="{F13AD808-D5F0-41C2-A4CB-FD3E767895E0}" dt="2026-05-11T15:22:39.011" v="1349" actId="20577"/>
          <ac:graphicFrameMkLst>
            <pc:docMk/>
            <pc:sldMk cId="1074936877" sldId="261"/>
            <ac:graphicFrameMk id="16" creationId="{85409CCF-8584-284D-2AC0-6651D9AF8211}"/>
          </ac:graphicFrameMkLst>
        </pc:graphicFrameChg>
        <pc:graphicFrameChg chg="modGraphic">
          <ac:chgData name="Prall, John" userId="dd278c9d-4801-451a-9bcc-826554912a66" providerId="ADAL" clId="{F13AD808-D5F0-41C2-A4CB-FD3E767895E0}" dt="2026-05-11T15:23:17.198" v="1368" actId="20577"/>
          <ac:graphicFrameMkLst>
            <pc:docMk/>
            <pc:sldMk cId="1074936877" sldId="261"/>
            <ac:graphicFrameMk id="18" creationId="{5F5ADC8D-DA1E-083B-FA5C-C9EAAFEF19B1}"/>
          </ac:graphicFrameMkLst>
        </pc:graphicFrameChg>
        <pc:graphicFrameChg chg="mod modGraphic">
          <ac:chgData name="Prall, John" userId="dd278c9d-4801-451a-9bcc-826554912a66" providerId="ADAL" clId="{F13AD808-D5F0-41C2-A4CB-FD3E767895E0}" dt="2026-05-11T15:23:45.563" v="1384" actId="20577"/>
          <ac:graphicFrameMkLst>
            <pc:docMk/>
            <pc:sldMk cId="1074936877" sldId="261"/>
            <ac:graphicFrameMk id="20" creationId="{91EB0225-3F62-05DE-C0BB-E0D96C067954}"/>
          </ac:graphicFrameMkLst>
        </pc:graphicFrameChg>
        <pc:graphicFrameChg chg="modGraphic">
          <ac:chgData name="Prall, John" userId="dd278c9d-4801-451a-9bcc-826554912a66" providerId="ADAL" clId="{F13AD808-D5F0-41C2-A4CB-FD3E767895E0}" dt="2026-05-11T15:29:58.617" v="1519" actId="20577"/>
          <ac:graphicFrameMkLst>
            <pc:docMk/>
            <pc:sldMk cId="1074936877" sldId="261"/>
            <ac:graphicFrameMk id="28" creationId="{0F6A409E-9B13-CAAF-13F9-C03EE33A7352}"/>
          </ac:graphicFrameMkLst>
        </pc:graphicFrameChg>
        <pc:graphicFrameChg chg="modGraphic">
          <ac:chgData name="Prall, John" userId="dd278c9d-4801-451a-9bcc-826554912a66" providerId="ADAL" clId="{F13AD808-D5F0-41C2-A4CB-FD3E767895E0}" dt="2026-05-11T15:34:29.089" v="1633" actId="20577"/>
          <ac:graphicFrameMkLst>
            <pc:docMk/>
            <pc:sldMk cId="1074936877" sldId="261"/>
            <ac:graphicFrameMk id="29" creationId="{6ACCEC8C-4B2C-80A9-6866-CFD34F0768C2}"/>
          </ac:graphicFrameMkLst>
        </pc:graphicFrameChg>
        <pc:graphicFrameChg chg="modGraphic">
          <ac:chgData name="Prall, John" userId="dd278c9d-4801-451a-9bcc-826554912a66" providerId="ADAL" clId="{F13AD808-D5F0-41C2-A4CB-FD3E767895E0}" dt="2026-05-11T15:34:53.334" v="1645" actId="20577"/>
          <ac:graphicFrameMkLst>
            <pc:docMk/>
            <pc:sldMk cId="1074936877" sldId="261"/>
            <ac:graphicFrameMk id="30" creationId="{EC3B6ABD-3B40-A661-3B43-4F4AE9422129}"/>
          </ac:graphicFrameMkLst>
        </pc:graphicFrameChg>
        <pc:graphicFrameChg chg="modGraphic">
          <ac:chgData name="Prall, John" userId="dd278c9d-4801-451a-9bcc-826554912a66" providerId="ADAL" clId="{F13AD808-D5F0-41C2-A4CB-FD3E767895E0}" dt="2026-05-11T15:35:31.556" v="1666" actId="20577"/>
          <ac:graphicFrameMkLst>
            <pc:docMk/>
            <pc:sldMk cId="1074936877" sldId="261"/>
            <ac:graphicFrameMk id="31" creationId="{79C776DB-0131-48F9-3CBC-5AE5CB33E4A7}"/>
          </ac:graphicFrameMkLst>
        </pc:graphicFrameChg>
      </pc:sldChg>
      <pc:sldChg chg="modSp new mod ord">
        <pc:chgData name="Prall, John" userId="dd278c9d-4801-451a-9bcc-826554912a66" providerId="ADAL" clId="{F13AD808-D5F0-41C2-A4CB-FD3E767895E0}" dt="2026-05-11T15:10:11.198" v="1123" actId="20577"/>
        <pc:sldMkLst>
          <pc:docMk/>
          <pc:sldMk cId="623372791" sldId="262"/>
        </pc:sldMkLst>
        <pc:spChg chg="mod">
          <ac:chgData name="Prall, John" userId="dd278c9d-4801-451a-9bcc-826554912a66" providerId="ADAL" clId="{F13AD808-D5F0-41C2-A4CB-FD3E767895E0}" dt="2026-05-11T15:10:11.198" v="1123" actId="20577"/>
          <ac:spMkLst>
            <pc:docMk/>
            <pc:sldMk cId="623372791" sldId="262"/>
            <ac:spMk id="2" creationId="{98FDADC9-741E-35BE-0375-6923C70B42B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0B157F-2DDD-484E-B395-E7208A7B0EA1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84388" y="1143000"/>
            <a:ext cx="2689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526561-0716-4C48-8CFC-B0458C919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318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Simulation Q-matrices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526561-0716-4C48-8CFC-B0458C91963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4074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D8215-9123-C5D4-4326-B2F4017F8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E9F982-02FB-6904-33C6-1FCC8973FF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825D9D-4C03-DB2C-808E-20C040E16A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BE3CF3-8744-BF6D-FD7D-49392C50A2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526561-0716-4C48-8CFC-B0458C91963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740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30618-95E0-508C-75F3-2F4F68755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F66EBF-8094-BCC6-6C65-1457C293C0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31F02E-E145-6ABD-C82C-B10AFCD74D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n500 MCMC Dependent Results</a:t>
            </a:r>
          </a:p>
          <a:p>
            <a:endParaRPr lang="en-US" dirty="0"/>
          </a:p>
          <a:p>
            <a:r>
              <a:rPr lang="en-US" dirty="0"/>
              <a:t>ESS Values</a:t>
            </a:r>
          </a:p>
          <a:p>
            <a:r>
              <a:rPr lang="en-US" dirty="0"/>
              <a:t>1 – 1001</a:t>
            </a:r>
          </a:p>
          <a:p>
            <a:r>
              <a:rPr lang="en-US" dirty="0"/>
              <a:t>2 – 1001</a:t>
            </a:r>
          </a:p>
          <a:p>
            <a:r>
              <a:rPr lang="en-US" dirty="0"/>
              <a:t>3 – 1001</a:t>
            </a:r>
          </a:p>
          <a:p>
            <a:r>
              <a:rPr lang="en-US" dirty="0"/>
              <a:t>4 – 1001</a:t>
            </a:r>
          </a:p>
          <a:p>
            <a:r>
              <a:rPr lang="en-US" dirty="0"/>
              <a:t>5 – 1001</a:t>
            </a:r>
          </a:p>
          <a:p>
            <a:r>
              <a:rPr lang="en-US" dirty="0"/>
              <a:t>6 – 1001</a:t>
            </a:r>
          </a:p>
          <a:p>
            <a:r>
              <a:rPr lang="en-US" dirty="0"/>
              <a:t>7 – 1001</a:t>
            </a:r>
          </a:p>
          <a:p>
            <a:r>
              <a:rPr lang="en-US" dirty="0"/>
              <a:t>8 – 1001</a:t>
            </a:r>
          </a:p>
          <a:p>
            <a:r>
              <a:rPr lang="en-US" dirty="0"/>
              <a:t>9 – 1001</a:t>
            </a:r>
          </a:p>
          <a:p>
            <a:r>
              <a:rPr lang="en-US" dirty="0"/>
              <a:t>10 – 1001</a:t>
            </a:r>
          </a:p>
          <a:p>
            <a:r>
              <a:rPr lang="en-US" dirty="0"/>
              <a:t>11 – 1001</a:t>
            </a:r>
          </a:p>
          <a:p>
            <a:r>
              <a:rPr lang="en-US" dirty="0"/>
              <a:t>12 – 1001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3987B8-E667-EBE1-6E99-BF080F7DCB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526561-0716-4C48-8CFC-B0458C91963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7363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CA2FD-A5C4-27D1-67EC-2212C76F8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D37DDA-96D0-C4B5-C748-9B19AB6228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F3D54E-6E16-D620-D09B-89D11A42FE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n500 RJ Dependent Results</a:t>
            </a:r>
          </a:p>
          <a:p>
            <a:endParaRPr lang="en-US" dirty="0"/>
          </a:p>
          <a:p>
            <a:r>
              <a:rPr lang="en-US" dirty="0"/>
              <a:t>ESS Values</a:t>
            </a:r>
          </a:p>
          <a:p>
            <a:r>
              <a:rPr lang="en-US" dirty="0"/>
              <a:t>1 – 1001</a:t>
            </a:r>
          </a:p>
          <a:p>
            <a:r>
              <a:rPr lang="en-US" dirty="0"/>
              <a:t>2 – 1001</a:t>
            </a:r>
          </a:p>
          <a:p>
            <a:r>
              <a:rPr lang="en-US" dirty="0"/>
              <a:t>3 – 1001</a:t>
            </a:r>
          </a:p>
          <a:p>
            <a:r>
              <a:rPr lang="en-US" dirty="0"/>
              <a:t>4 – 1001</a:t>
            </a:r>
          </a:p>
          <a:p>
            <a:r>
              <a:rPr lang="en-US" dirty="0"/>
              <a:t>5 – 262.5431</a:t>
            </a:r>
          </a:p>
          <a:p>
            <a:r>
              <a:rPr lang="en-US" dirty="0"/>
              <a:t>6 – 1001</a:t>
            </a:r>
          </a:p>
          <a:p>
            <a:r>
              <a:rPr lang="en-US" dirty="0"/>
              <a:t>7 – 1001</a:t>
            </a:r>
          </a:p>
          <a:p>
            <a:r>
              <a:rPr lang="en-US" dirty="0"/>
              <a:t>8 – 1001</a:t>
            </a:r>
          </a:p>
          <a:p>
            <a:r>
              <a:rPr lang="en-US" dirty="0"/>
              <a:t>9 –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882.1197</a:t>
            </a:r>
            <a:r>
              <a:rPr lang="en-US" dirty="0">
                <a:effectLst/>
              </a:rPr>
              <a:t> </a:t>
            </a:r>
            <a:endParaRPr lang="en-US" dirty="0"/>
          </a:p>
          <a:p>
            <a:r>
              <a:rPr lang="en-US" dirty="0"/>
              <a:t>10 –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837.6315</a:t>
            </a:r>
            <a:r>
              <a:rPr lang="en-US" dirty="0">
                <a:effectLst/>
              </a:rPr>
              <a:t> </a:t>
            </a:r>
            <a:endParaRPr lang="en-US" dirty="0"/>
          </a:p>
          <a:p>
            <a:r>
              <a:rPr lang="en-US" dirty="0"/>
              <a:t>11 –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877.8762</a:t>
            </a:r>
            <a:r>
              <a:rPr lang="en-US" dirty="0">
                <a:effectLst/>
              </a:rPr>
              <a:t> </a:t>
            </a:r>
            <a:endParaRPr lang="en-US" dirty="0"/>
          </a:p>
          <a:p>
            <a:r>
              <a:rPr lang="en-US" dirty="0"/>
              <a:t>12 </a:t>
            </a:r>
            <a:r>
              <a:rPr lang="en-US"/>
              <a:t>– 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795.1714</a:t>
            </a:r>
            <a:r>
              <a:rPr lang="en-US">
                <a:effectLst/>
              </a:rPr>
              <a:t> 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A03E97-AE9D-D0F3-5BC2-18C8364C96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526561-0716-4C48-8CFC-B0458C91963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2799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6368" y="1167309"/>
            <a:ext cx="5285502" cy="2483215"/>
          </a:xfrm>
        </p:spPr>
        <p:txBody>
          <a:bodyPr anchor="b"/>
          <a:lstStyle>
            <a:lvl1pPr algn="ctr">
              <a:defRPr sz="40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77280" y="3746287"/>
            <a:ext cx="4663679" cy="1722069"/>
          </a:xfrm>
        </p:spPr>
        <p:txBody>
          <a:bodyPr/>
          <a:lstStyle>
            <a:lvl1pPr marL="0" indent="0" algn="ctr">
              <a:buNone/>
              <a:defRPr sz="1632"/>
            </a:lvl1pPr>
            <a:lvl2pPr marL="310896" indent="0" algn="ctr">
              <a:buNone/>
              <a:defRPr sz="1360"/>
            </a:lvl2pPr>
            <a:lvl3pPr marL="621792" indent="0" algn="ctr">
              <a:buNone/>
              <a:defRPr sz="1224"/>
            </a:lvl3pPr>
            <a:lvl4pPr marL="932688" indent="0" algn="ctr">
              <a:buNone/>
              <a:defRPr sz="1088"/>
            </a:lvl4pPr>
            <a:lvl5pPr marL="1243584" indent="0" algn="ctr">
              <a:buNone/>
              <a:defRPr sz="1088"/>
            </a:lvl5pPr>
            <a:lvl6pPr marL="1554480" indent="0" algn="ctr">
              <a:buNone/>
              <a:defRPr sz="1088"/>
            </a:lvl6pPr>
            <a:lvl7pPr marL="1865376" indent="0" algn="ctr">
              <a:buNone/>
              <a:defRPr sz="1088"/>
            </a:lvl7pPr>
            <a:lvl8pPr marL="2176272" indent="0" algn="ctr">
              <a:buNone/>
              <a:defRPr sz="1088"/>
            </a:lvl8pPr>
            <a:lvl9pPr marL="2487168" indent="0" algn="ctr">
              <a:buNone/>
              <a:defRPr sz="108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06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021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4266" y="1778208"/>
            <a:ext cx="5363230" cy="2966979"/>
          </a:xfrm>
        </p:spPr>
        <p:txBody>
          <a:bodyPr anchor="b"/>
          <a:lstStyle>
            <a:lvl1pPr>
              <a:defRPr sz="40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4266" y="4773256"/>
            <a:ext cx="5363230" cy="1560264"/>
          </a:xfrm>
        </p:spPr>
        <p:txBody>
          <a:bodyPr/>
          <a:lstStyle>
            <a:lvl1pPr marL="0" indent="0">
              <a:buNone/>
              <a:defRPr sz="1632">
                <a:solidFill>
                  <a:schemeClr val="tx1"/>
                </a:solidFill>
              </a:defRPr>
            </a:lvl1pPr>
            <a:lvl2pPr marL="310896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2pPr>
            <a:lvl3pPr marL="621792" indent="0">
              <a:buNone/>
              <a:defRPr sz="1224">
                <a:solidFill>
                  <a:schemeClr val="tx1">
                    <a:tint val="75000"/>
                  </a:schemeClr>
                </a:solidFill>
              </a:defRPr>
            </a:lvl3pPr>
            <a:lvl4pPr marL="932688" indent="0">
              <a:buNone/>
              <a:defRPr sz="1088">
                <a:solidFill>
                  <a:schemeClr val="tx1">
                    <a:tint val="75000"/>
                  </a:schemeClr>
                </a:solidFill>
              </a:defRPr>
            </a:lvl4pPr>
            <a:lvl5pPr marL="1243584" indent="0">
              <a:buNone/>
              <a:defRPr sz="1088">
                <a:solidFill>
                  <a:schemeClr val="tx1">
                    <a:tint val="75000"/>
                  </a:schemeClr>
                </a:solidFill>
              </a:defRPr>
            </a:lvl5pPr>
            <a:lvl6pPr marL="1554480" indent="0">
              <a:buNone/>
              <a:defRPr sz="1088">
                <a:solidFill>
                  <a:schemeClr val="tx1">
                    <a:tint val="75000"/>
                  </a:schemeClr>
                </a:solidFill>
              </a:defRPr>
            </a:lvl6pPr>
            <a:lvl7pPr marL="1865376" indent="0">
              <a:buNone/>
              <a:defRPr sz="1088">
                <a:solidFill>
                  <a:schemeClr val="tx1">
                    <a:tint val="75000"/>
                  </a:schemeClr>
                </a:solidFill>
              </a:defRPr>
            </a:lvl7pPr>
            <a:lvl8pPr marL="2176272" indent="0">
              <a:buNone/>
              <a:defRPr sz="1088">
                <a:solidFill>
                  <a:schemeClr val="tx1">
                    <a:tint val="75000"/>
                  </a:schemeClr>
                </a:solidFill>
              </a:defRPr>
            </a:lvl8pPr>
            <a:lvl9pPr marL="2487168" indent="0">
              <a:buNone/>
              <a:defRPr sz="10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858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7504" y="1898735"/>
            <a:ext cx="2642751" cy="4525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47983" y="1898735"/>
            <a:ext cx="2642751" cy="4525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13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314" y="379748"/>
            <a:ext cx="5363230" cy="13786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8314" y="1748487"/>
            <a:ext cx="2630606" cy="856907"/>
          </a:xfrm>
        </p:spPr>
        <p:txBody>
          <a:bodyPr anchor="b"/>
          <a:lstStyle>
            <a:lvl1pPr marL="0" indent="0">
              <a:buNone/>
              <a:defRPr sz="1632" b="1"/>
            </a:lvl1pPr>
            <a:lvl2pPr marL="310896" indent="0">
              <a:buNone/>
              <a:defRPr sz="1360" b="1"/>
            </a:lvl2pPr>
            <a:lvl3pPr marL="621792" indent="0">
              <a:buNone/>
              <a:defRPr sz="1224" b="1"/>
            </a:lvl3pPr>
            <a:lvl4pPr marL="932688" indent="0">
              <a:buNone/>
              <a:defRPr sz="1088" b="1"/>
            </a:lvl4pPr>
            <a:lvl5pPr marL="1243584" indent="0">
              <a:buNone/>
              <a:defRPr sz="1088" b="1"/>
            </a:lvl5pPr>
            <a:lvl6pPr marL="1554480" indent="0">
              <a:buNone/>
              <a:defRPr sz="1088" b="1"/>
            </a:lvl6pPr>
            <a:lvl7pPr marL="1865376" indent="0">
              <a:buNone/>
              <a:defRPr sz="1088" b="1"/>
            </a:lvl7pPr>
            <a:lvl8pPr marL="2176272" indent="0">
              <a:buNone/>
              <a:defRPr sz="1088" b="1"/>
            </a:lvl8pPr>
            <a:lvl9pPr marL="2487168" indent="0">
              <a:buNone/>
              <a:defRPr sz="108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8314" y="2605394"/>
            <a:ext cx="2630606" cy="38321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47983" y="1748487"/>
            <a:ext cx="2643561" cy="856907"/>
          </a:xfrm>
        </p:spPr>
        <p:txBody>
          <a:bodyPr anchor="b"/>
          <a:lstStyle>
            <a:lvl1pPr marL="0" indent="0">
              <a:buNone/>
              <a:defRPr sz="1632" b="1"/>
            </a:lvl1pPr>
            <a:lvl2pPr marL="310896" indent="0">
              <a:buNone/>
              <a:defRPr sz="1360" b="1"/>
            </a:lvl2pPr>
            <a:lvl3pPr marL="621792" indent="0">
              <a:buNone/>
              <a:defRPr sz="1224" b="1"/>
            </a:lvl3pPr>
            <a:lvl4pPr marL="932688" indent="0">
              <a:buNone/>
              <a:defRPr sz="1088" b="1"/>
            </a:lvl4pPr>
            <a:lvl5pPr marL="1243584" indent="0">
              <a:buNone/>
              <a:defRPr sz="1088" b="1"/>
            </a:lvl5pPr>
            <a:lvl6pPr marL="1554480" indent="0">
              <a:buNone/>
              <a:defRPr sz="1088" b="1"/>
            </a:lvl6pPr>
            <a:lvl7pPr marL="1865376" indent="0">
              <a:buNone/>
              <a:defRPr sz="1088" b="1"/>
            </a:lvl7pPr>
            <a:lvl8pPr marL="2176272" indent="0">
              <a:buNone/>
              <a:defRPr sz="1088" b="1"/>
            </a:lvl8pPr>
            <a:lvl9pPr marL="2487168" indent="0">
              <a:buNone/>
              <a:defRPr sz="108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147983" y="2605394"/>
            <a:ext cx="2643561" cy="38321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070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941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063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314" y="475509"/>
            <a:ext cx="2005544" cy="1664282"/>
          </a:xfrm>
        </p:spPr>
        <p:txBody>
          <a:bodyPr anchor="b"/>
          <a:lstStyle>
            <a:lvl1pPr>
              <a:defRPr sz="217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43561" y="1026969"/>
            <a:ext cx="3147983" cy="5068796"/>
          </a:xfrm>
        </p:spPr>
        <p:txBody>
          <a:bodyPr/>
          <a:lstStyle>
            <a:lvl1pPr>
              <a:defRPr sz="2176"/>
            </a:lvl1pPr>
            <a:lvl2pPr>
              <a:defRPr sz="1904"/>
            </a:lvl2pPr>
            <a:lvl3pPr>
              <a:defRPr sz="1632"/>
            </a:lvl3pPr>
            <a:lvl4pPr>
              <a:defRPr sz="1360"/>
            </a:lvl4pPr>
            <a:lvl5pPr>
              <a:defRPr sz="1360"/>
            </a:lvl5pPr>
            <a:lvl6pPr>
              <a:defRPr sz="1360"/>
            </a:lvl6pPr>
            <a:lvl7pPr>
              <a:defRPr sz="1360"/>
            </a:lvl7pPr>
            <a:lvl8pPr>
              <a:defRPr sz="1360"/>
            </a:lvl8pPr>
            <a:lvl9pPr>
              <a:defRPr sz="13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8314" y="2139792"/>
            <a:ext cx="2005544" cy="3964228"/>
          </a:xfrm>
        </p:spPr>
        <p:txBody>
          <a:bodyPr/>
          <a:lstStyle>
            <a:lvl1pPr marL="0" indent="0">
              <a:buNone/>
              <a:defRPr sz="1088"/>
            </a:lvl1pPr>
            <a:lvl2pPr marL="310896" indent="0">
              <a:buNone/>
              <a:defRPr sz="952"/>
            </a:lvl2pPr>
            <a:lvl3pPr marL="621792" indent="0">
              <a:buNone/>
              <a:defRPr sz="816"/>
            </a:lvl3pPr>
            <a:lvl4pPr marL="932688" indent="0">
              <a:buNone/>
              <a:defRPr sz="680"/>
            </a:lvl4pPr>
            <a:lvl5pPr marL="1243584" indent="0">
              <a:buNone/>
              <a:defRPr sz="680"/>
            </a:lvl5pPr>
            <a:lvl6pPr marL="1554480" indent="0">
              <a:buNone/>
              <a:defRPr sz="680"/>
            </a:lvl6pPr>
            <a:lvl7pPr marL="1865376" indent="0">
              <a:buNone/>
              <a:defRPr sz="680"/>
            </a:lvl7pPr>
            <a:lvl8pPr marL="2176272" indent="0">
              <a:buNone/>
              <a:defRPr sz="680"/>
            </a:lvl8pPr>
            <a:lvl9pPr marL="2487168" indent="0">
              <a:buNone/>
              <a:defRPr sz="6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841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314" y="475509"/>
            <a:ext cx="2005544" cy="1664282"/>
          </a:xfrm>
        </p:spPr>
        <p:txBody>
          <a:bodyPr anchor="b"/>
          <a:lstStyle>
            <a:lvl1pPr>
              <a:defRPr sz="217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643561" y="1026969"/>
            <a:ext cx="3147983" cy="5068796"/>
          </a:xfrm>
        </p:spPr>
        <p:txBody>
          <a:bodyPr anchor="t"/>
          <a:lstStyle>
            <a:lvl1pPr marL="0" indent="0">
              <a:buNone/>
              <a:defRPr sz="2176"/>
            </a:lvl1pPr>
            <a:lvl2pPr marL="310896" indent="0">
              <a:buNone/>
              <a:defRPr sz="1904"/>
            </a:lvl2pPr>
            <a:lvl3pPr marL="621792" indent="0">
              <a:buNone/>
              <a:defRPr sz="1632"/>
            </a:lvl3pPr>
            <a:lvl4pPr marL="932688" indent="0">
              <a:buNone/>
              <a:defRPr sz="1360"/>
            </a:lvl4pPr>
            <a:lvl5pPr marL="1243584" indent="0">
              <a:buNone/>
              <a:defRPr sz="1360"/>
            </a:lvl5pPr>
            <a:lvl6pPr marL="1554480" indent="0">
              <a:buNone/>
              <a:defRPr sz="1360"/>
            </a:lvl6pPr>
            <a:lvl7pPr marL="1865376" indent="0">
              <a:buNone/>
              <a:defRPr sz="1360"/>
            </a:lvl7pPr>
            <a:lvl8pPr marL="2176272" indent="0">
              <a:buNone/>
              <a:defRPr sz="1360"/>
            </a:lvl8pPr>
            <a:lvl9pPr marL="2487168" indent="0">
              <a:buNone/>
              <a:defRPr sz="136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8314" y="2139792"/>
            <a:ext cx="2005544" cy="3964228"/>
          </a:xfrm>
        </p:spPr>
        <p:txBody>
          <a:bodyPr/>
          <a:lstStyle>
            <a:lvl1pPr marL="0" indent="0">
              <a:buNone/>
              <a:defRPr sz="1088"/>
            </a:lvl1pPr>
            <a:lvl2pPr marL="310896" indent="0">
              <a:buNone/>
              <a:defRPr sz="952"/>
            </a:lvl2pPr>
            <a:lvl3pPr marL="621792" indent="0">
              <a:buNone/>
              <a:defRPr sz="816"/>
            </a:lvl3pPr>
            <a:lvl4pPr marL="932688" indent="0">
              <a:buNone/>
              <a:defRPr sz="680"/>
            </a:lvl4pPr>
            <a:lvl5pPr marL="1243584" indent="0">
              <a:buNone/>
              <a:defRPr sz="680"/>
            </a:lvl5pPr>
            <a:lvl6pPr marL="1554480" indent="0">
              <a:buNone/>
              <a:defRPr sz="680"/>
            </a:lvl6pPr>
            <a:lvl7pPr marL="1865376" indent="0">
              <a:buNone/>
              <a:defRPr sz="680"/>
            </a:lvl7pPr>
            <a:lvl8pPr marL="2176272" indent="0">
              <a:buNone/>
              <a:defRPr sz="680"/>
            </a:lvl8pPr>
            <a:lvl9pPr marL="2487168" indent="0">
              <a:buNone/>
              <a:defRPr sz="6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035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686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49927" y="379747"/>
            <a:ext cx="1340808" cy="604458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27504" y="379747"/>
            <a:ext cx="3944695" cy="604458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333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7504" y="379748"/>
            <a:ext cx="5363230" cy="13786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7504" y="1898735"/>
            <a:ext cx="5363230" cy="45255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27504" y="6610900"/>
            <a:ext cx="1399104" cy="3797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1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AC904C-911B-436B-A9B2-6F8D8907F206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59792" y="6610900"/>
            <a:ext cx="2098655" cy="3797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1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91630" y="6610900"/>
            <a:ext cx="1399104" cy="3797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1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670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621792" rtl="0" eaLnBrk="1" latinLnBrk="0" hangingPunct="1">
        <a:lnSpc>
          <a:spcPct val="90000"/>
        </a:lnSpc>
        <a:spcBef>
          <a:spcPct val="0"/>
        </a:spcBef>
        <a:buNone/>
        <a:defRPr sz="299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5448" indent="-155448" algn="l" defTabSz="621792" rtl="0" eaLnBrk="1" latinLnBrk="0" hangingPunct="1">
        <a:lnSpc>
          <a:spcPct val="90000"/>
        </a:lnSpc>
        <a:spcBef>
          <a:spcPts val="680"/>
        </a:spcBef>
        <a:buFont typeface="Arial" panose="020B0604020202020204" pitchFamily="34" charset="0"/>
        <a:buChar char="•"/>
        <a:defRPr sz="1904" kern="1200">
          <a:solidFill>
            <a:schemeClr val="tx1"/>
          </a:solidFill>
          <a:latin typeface="+mn-lt"/>
          <a:ea typeface="+mn-ea"/>
          <a:cs typeface="+mn-cs"/>
        </a:defRPr>
      </a:lvl1pPr>
      <a:lvl2pPr marL="466344" indent="-155448" algn="l" defTabSz="621792" rtl="0" eaLnBrk="1" latinLnBrk="0" hangingPunct="1">
        <a:lnSpc>
          <a:spcPct val="90000"/>
        </a:lnSpc>
        <a:spcBef>
          <a:spcPts val="340"/>
        </a:spcBef>
        <a:buFont typeface="Arial" panose="020B0604020202020204" pitchFamily="34" charset="0"/>
        <a:buChar char="•"/>
        <a:defRPr sz="1632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indent="-155448" algn="l" defTabSz="621792" rtl="0" eaLnBrk="1" latinLnBrk="0" hangingPunct="1">
        <a:lnSpc>
          <a:spcPct val="90000"/>
        </a:lnSpc>
        <a:spcBef>
          <a:spcPts val="340"/>
        </a:spcBef>
        <a:buFont typeface="Arial" panose="020B0604020202020204" pitchFamily="34" charset="0"/>
        <a:buChar char="•"/>
        <a:defRPr sz="1360" kern="1200">
          <a:solidFill>
            <a:schemeClr val="tx1"/>
          </a:solidFill>
          <a:latin typeface="+mn-lt"/>
          <a:ea typeface="+mn-ea"/>
          <a:cs typeface="+mn-cs"/>
        </a:defRPr>
      </a:lvl3pPr>
      <a:lvl4pPr marL="1088136" indent="-155448" algn="l" defTabSz="621792" rtl="0" eaLnBrk="1" latinLnBrk="0" hangingPunct="1">
        <a:lnSpc>
          <a:spcPct val="90000"/>
        </a:lnSpc>
        <a:spcBef>
          <a:spcPts val="340"/>
        </a:spcBef>
        <a:buFont typeface="Arial" panose="020B0604020202020204" pitchFamily="34" charset="0"/>
        <a:buChar char="•"/>
        <a:defRPr sz="1224" kern="1200">
          <a:solidFill>
            <a:schemeClr val="tx1"/>
          </a:solidFill>
          <a:latin typeface="+mn-lt"/>
          <a:ea typeface="+mn-ea"/>
          <a:cs typeface="+mn-cs"/>
        </a:defRPr>
      </a:lvl4pPr>
      <a:lvl5pPr marL="1399032" indent="-155448" algn="l" defTabSz="621792" rtl="0" eaLnBrk="1" latinLnBrk="0" hangingPunct="1">
        <a:lnSpc>
          <a:spcPct val="90000"/>
        </a:lnSpc>
        <a:spcBef>
          <a:spcPts val="340"/>
        </a:spcBef>
        <a:buFont typeface="Arial" panose="020B0604020202020204" pitchFamily="34" charset="0"/>
        <a:buChar char="•"/>
        <a:defRPr sz="1224" kern="1200">
          <a:solidFill>
            <a:schemeClr val="tx1"/>
          </a:solidFill>
          <a:latin typeface="+mn-lt"/>
          <a:ea typeface="+mn-ea"/>
          <a:cs typeface="+mn-cs"/>
        </a:defRPr>
      </a:lvl5pPr>
      <a:lvl6pPr marL="1709928" indent="-155448" algn="l" defTabSz="621792" rtl="0" eaLnBrk="1" latinLnBrk="0" hangingPunct="1">
        <a:lnSpc>
          <a:spcPct val="90000"/>
        </a:lnSpc>
        <a:spcBef>
          <a:spcPts val="340"/>
        </a:spcBef>
        <a:buFont typeface="Arial" panose="020B0604020202020204" pitchFamily="34" charset="0"/>
        <a:buChar char="•"/>
        <a:defRPr sz="1224" kern="1200">
          <a:solidFill>
            <a:schemeClr val="tx1"/>
          </a:solidFill>
          <a:latin typeface="+mn-lt"/>
          <a:ea typeface="+mn-ea"/>
          <a:cs typeface="+mn-cs"/>
        </a:defRPr>
      </a:lvl6pPr>
      <a:lvl7pPr marL="2020824" indent="-155448" algn="l" defTabSz="621792" rtl="0" eaLnBrk="1" latinLnBrk="0" hangingPunct="1">
        <a:lnSpc>
          <a:spcPct val="90000"/>
        </a:lnSpc>
        <a:spcBef>
          <a:spcPts val="340"/>
        </a:spcBef>
        <a:buFont typeface="Arial" panose="020B0604020202020204" pitchFamily="34" charset="0"/>
        <a:buChar char="•"/>
        <a:defRPr sz="1224" kern="1200">
          <a:solidFill>
            <a:schemeClr val="tx1"/>
          </a:solidFill>
          <a:latin typeface="+mn-lt"/>
          <a:ea typeface="+mn-ea"/>
          <a:cs typeface="+mn-cs"/>
        </a:defRPr>
      </a:lvl7pPr>
      <a:lvl8pPr marL="2331720" indent="-155448" algn="l" defTabSz="621792" rtl="0" eaLnBrk="1" latinLnBrk="0" hangingPunct="1">
        <a:lnSpc>
          <a:spcPct val="90000"/>
        </a:lnSpc>
        <a:spcBef>
          <a:spcPts val="340"/>
        </a:spcBef>
        <a:buFont typeface="Arial" panose="020B0604020202020204" pitchFamily="34" charset="0"/>
        <a:buChar char="•"/>
        <a:defRPr sz="1224" kern="1200">
          <a:solidFill>
            <a:schemeClr val="tx1"/>
          </a:solidFill>
          <a:latin typeface="+mn-lt"/>
          <a:ea typeface="+mn-ea"/>
          <a:cs typeface="+mn-cs"/>
        </a:defRPr>
      </a:lvl8pPr>
      <a:lvl9pPr marL="2642616" indent="-155448" algn="l" defTabSz="621792" rtl="0" eaLnBrk="1" latinLnBrk="0" hangingPunct="1">
        <a:lnSpc>
          <a:spcPct val="90000"/>
        </a:lnSpc>
        <a:spcBef>
          <a:spcPts val="340"/>
        </a:spcBef>
        <a:buFont typeface="Arial" panose="020B0604020202020204" pitchFamily="34" charset="0"/>
        <a:buChar char="•"/>
        <a:defRPr sz="122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21792" rtl="0" eaLnBrk="1" latinLnBrk="0" hangingPunct="1">
        <a:defRPr sz="1224" kern="1200">
          <a:solidFill>
            <a:schemeClr val="tx1"/>
          </a:solidFill>
          <a:latin typeface="+mn-lt"/>
          <a:ea typeface="+mn-ea"/>
          <a:cs typeface="+mn-cs"/>
        </a:defRPr>
      </a:lvl1pPr>
      <a:lvl2pPr marL="310896" algn="l" defTabSz="621792" rtl="0" eaLnBrk="1" latinLnBrk="0" hangingPunct="1">
        <a:defRPr sz="1224" kern="1200">
          <a:solidFill>
            <a:schemeClr val="tx1"/>
          </a:solidFill>
          <a:latin typeface="+mn-lt"/>
          <a:ea typeface="+mn-ea"/>
          <a:cs typeface="+mn-cs"/>
        </a:defRPr>
      </a:lvl2pPr>
      <a:lvl3pPr marL="621792" algn="l" defTabSz="621792" rtl="0" eaLnBrk="1" latinLnBrk="0" hangingPunct="1">
        <a:defRPr sz="1224" kern="1200">
          <a:solidFill>
            <a:schemeClr val="tx1"/>
          </a:solidFill>
          <a:latin typeface="+mn-lt"/>
          <a:ea typeface="+mn-ea"/>
          <a:cs typeface="+mn-cs"/>
        </a:defRPr>
      </a:lvl3pPr>
      <a:lvl4pPr marL="932688" algn="l" defTabSz="621792" rtl="0" eaLnBrk="1" latinLnBrk="0" hangingPunct="1">
        <a:defRPr sz="1224" kern="1200">
          <a:solidFill>
            <a:schemeClr val="tx1"/>
          </a:solidFill>
          <a:latin typeface="+mn-lt"/>
          <a:ea typeface="+mn-ea"/>
          <a:cs typeface="+mn-cs"/>
        </a:defRPr>
      </a:lvl4pPr>
      <a:lvl5pPr marL="1243584" algn="l" defTabSz="621792" rtl="0" eaLnBrk="1" latinLnBrk="0" hangingPunct="1">
        <a:defRPr sz="1224" kern="1200">
          <a:solidFill>
            <a:schemeClr val="tx1"/>
          </a:solidFill>
          <a:latin typeface="+mn-lt"/>
          <a:ea typeface="+mn-ea"/>
          <a:cs typeface="+mn-cs"/>
        </a:defRPr>
      </a:lvl5pPr>
      <a:lvl6pPr marL="1554480" algn="l" defTabSz="621792" rtl="0" eaLnBrk="1" latinLnBrk="0" hangingPunct="1">
        <a:defRPr sz="1224" kern="1200">
          <a:solidFill>
            <a:schemeClr val="tx1"/>
          </a:solidFill>
          <a:latin typeface="+mn-lt"/>
          <a:ea typeface="+mn-ea"/>
          <a:cs typeface="+mn-cs"/>
        </a:defRPr>
      </a:lvl6pPr>
      <a:lvl7pPr marL="1865376" algn="l" defTabSz="621792" rtl="0" eaLnBrk="1" latinLnBrk="0" hangingPunct="1">
        <a:defRPr sz="1224" kern="1200">
          <a:solidFill>
            <a:schemeClr val="tx1"/>
          </a:solidFill>
          <a:latin typeface="+mn-lt"/>
          <a:ea typeface="+mn-ea"/>
          <a:cs typeface="+mn-cs"/>
        </a:defRPr>
      </a:lvl7pPr>
      <a:lvl8pPr marL="2176272" algn="l" defTabSz="621792" rtl="0" eaLnBrk="1" latinLnBrk="0" hangingPunct="1">
        <a:defRPr sz="1224" kern="1200">
          <a:solidFill>
            <a:schemeClr val="tx1"/>
          </a:solidFill>
          <a:latin typeface="+mn-lt"/>
          <a:ea typeface="+mn-ea"/>
          <a:cs typeface="+mn-cs"/>
        </a:defRPr>
      </a:lvl8pPr>
      <a:lvl9pPr marL="2487168" algn="l" defTabSz="621792" rtl="0" eaLnBrk="1" latinLnBrk="0" hangingPunct="1">
        <a:defRPr sz="122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DADC9-741E-35BE-0375-6923C70B42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All estimated from medians of rates estimated from the first 1000, 500-tip, single-prediction trials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5F8360-3DBB-8EE1-013A-3F450792F9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372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Q1_label">
            <a:extLst>
              <a:ext uri="{FF2B5EF4-FFF2-40B4-BE49-F238E27FC236}">
                <a16:creationId xmlns:a16="http://schemas.microsoft.com/office/drawing/2014/main" id="{4542A717-4BC4-D84D-9AFF-E289FE9A1F86}"/>
              </a:ext>
            </a:extLst>
          </p:cNvPr>
          <p:cNvSpPr txBox="1"/>
          <p:nvPr/>
        </p:nvSpPr>
        <p:spPr>
          <a:xfrm>
            <a:off x="203916" y="67486"/>
            <a:ext cx="17369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Simulation Q</a:t>
            </a:r>
            <a:r>
              <a:rPr lang="en-US" sz="12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1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Independent, equal rates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rates</a:t>
            </a:r>
          </a:p>
        </p:txBody>
      </p:sp>
      <p:graphicFrame>
        <p:nvGraphicFramePr>
          <p:cNvPr id="4" name="Q1_matrix">
            <a:extLst>
              <a:ext uri="{FF2B5EF4-FFF2-40B4-BE49-F238E27FC236}">
                <a16:creationId xmlns:a16="http://schemas.microsoft.com/office/drawing/2014/main" id="{A9E346A8-B607-4EA6-5B81-C77F71F0F7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965864"/>
              </p:ext>
            </p:extLst>
          </p:nvPr>
        </p:nvGraphicFramePr>
        <p:xfrm>
          <a:off x="112100" y="697268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  <p:sp>
        <p:nvSpPr>
          <p:cNvPr id="11" name="Q2_label">
            <a:extLst>
              <a:ext uri="{FF2B5EF4-FFF2-40B4-BE49-F238E27FC236}">
                <a16:creationId xmlns:a16="http://schemas.microsoft.com/office/drawing/2014/main" id="{DCD89405-1914-E436-2CA1-22F2CFF76BAE}"/>
              </a:ext>
            </a:extLst>
          </p:cNvPr>
          <p:cNvSpPr txBox="1"/>
          <p:nvPr/>
        </p:nvSpPr>
        <p:spPr>
          <a:xfrm>
            <a:off x="2251362" y="67486"/>
            <a:ext cx="17369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Simulation Q</a:t>
            </a:r>
            <a:r>
              <a:rPr lang="en-US" sz="1200" b="1" i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2</a:t>
            </a:r>
            <a:endParaRPr lang="en-US" sz="1200" b="1" baseline="-25000" dirty="0">
              <a:latin typeface="Arial" panose="020B0604020202020204" pitchFamily="34" charset="0"/>
              <a:ea typeface="Cambria Math" panose="02040503050406030204" pitchFamily="18" charset="0"/>
              <a:cs typeface="Arial" panose="020B0604020202020204" pitchFamily="34" charset="0"/>
            </a:endParaRP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Independent, equal rates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Medium rates</a:t>
            </a:r>
          </a:p>
        </p:txBody>
      </p:sp>
      <p:graphicFrame>
        <p:nvGraphicFramePr>
          <p:cNvPr id="10" name="Q2_matrix">
            <a:extLst>
              <a:ext uri="{FF2B5EF4-FFF2-40B4-BE49-F238E27FC236}">
                <a16:creationId xmlns:a16="http://schemas.microsoft.com/office/drawing/2014/main" id="{999F88FE-2774-29B3-C8FD-B4EEEFEE2C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4506848"/>
              </p:ext>
            </p:extLst>
          </p:nvPr>
        </p:nvGraphicFramePr>
        <p:xfrm>
          <a:off x="2159545" y="697268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0.25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0.25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0.25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0.25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0.25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0.25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0.25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0.25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  <p:sp>
        <p:nvSpPr>
          <p:cNvPr id="13" name="Q3_label">
            <a:extLst>
              <a:ext uri="{FF2B5EF4-FFF2-40B4-BE49-F238E27FC236}">
                <a16:creationId xmlns:a16="http://schemas.microsoft.com/office/drawing/2014/main" id="{52B13BD7-EB81-0818-2C53-64CB06156E8A}"/>
              </a:ext>
            </a:extLst>
          </p:cNvPr>
          <p:cNvSpPr txBox="1"/>
          <p:nvPr/>
        </p:nvSpPr>
        <p:spPr>
          <a:xfrm>
            <a:off x="4305547" y="67486"/>
            <a:ext cx="17302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Simulation Q</a:t>
            </a:r>
            <a:r>
              <a:rPr lang="en-US" sz="1200" b="1" i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3</a:t>
            </a:r>
            <a:endParaRPr lang="en-US" sz="1200" b="1" baseline="-25000" dirty="0">
              <a:latin typeface="Arial" panose="020B0604020202020204" pitchFamily="34" charset="0"/>
              <a:ea typeface="Cambria Math" panose="02040503050406030204" pitchFamily="18" charset="0"/>
              <a:cs typeface="Arial" panose="020B0604020202020204" pitchFamily="34" charset="0"/>
            </a:endParaRP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Independent, equal rates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High rates</a:t>
            </a:r>
          </a:p>
        </p:txBody>
      </p:sp>
      <p:graphicFrame>
        <p:nvGraphicFramePr>
          <p:cNvPr id="12" name="Q3_matrix">
            <a:extLst>
              <a:ext uri="{FF2B5EF4-FFF2-40B4-BE49-F238E27FC236}">
                <a16:creationId xmlns:a16="http://schemas.microsoft.com/office/drawing/2014/main" id="{F69988F5-78F5-4F63-442A-0ACABBF84C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6592227"/>
              </p:ext>
            </p:extLst>
          </p:nvPr>
        </p:nvGraphicFramePr>
        <p:xfrm>
          <a:off x="4206990" y="697268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0.5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0.5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0.5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0.5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0.5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0.5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0.5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0.5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  <p:sp>
        <p:nvSpPr>
          <p:cNvPr id="17" name="Q4_label">
            <a:extLst>
              <a:ext uri="{FF2B5EF4-FFF2-40B4-BE49-F238E27FC236}">
                <a16:creationId xmlns:a16="http://schemas.microsoft.com/office/drawing/2014/main" id="{24632FFE-9749-06D6-9C2C-DE4E314A3FAE}"/>
              </a:ext>
            </a:extLst>
          </p:cNvPr>
          <p:cNvSpPr txBox="1"/>
          <p:nvPr/>
        </p:nvSpPr>
        <p:spPr>
          <a:xfrm>
            <a:off x="203918" y="1862954"/>
            <a:ext cx="1736982" cy="58477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Simulation Q</a:t>
            </a:r>
            <a:r>
              <a:rPr lang="en-US" sz="12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4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Independent, directional rates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loss, Medium gain</a:t>
            </a:r>
          </a:p>
        </p:txBody>
      </p:sp>
      <p:graphicFrame>
        <p:nvGraphicFramePr>
          <p:cNvPr id="16" name="Q4_matrix">
            <a:extLst>
              <a:ext uri="{FF2B5EF4-FFF2-40B4-BE49-F238E27FC236}">
                <a16:creationId xmlns:a16="http://schemas.microsoft.com/office/drawing/2014/main" id="{CACA7763-F0D4-12ED-48CF-A231AC85A7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3581768"/>
              </p:ext>
            </p:extLst>
          </p:nvPr>
        </p:nvGraphicFramePr>
        <p:xfrm>
          <a:off x="112100" y="2498835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0.25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0.25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0.25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0.25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  <p:sp>
        <p:nvSpPr>
          <p:cNvPr id="19" name="Q5_label">
            <a:extLst>
              <a:ext uri="{FF2B5EF4-FFF2-40B4-BE49-F238E27FC236}">
                <a16:creationId xmlns:a16="http://schemas.microsoft.com/office/drawing/2014/main" id="{208FFB8B-04CC-D6F6-0214-01EA89E0FEBC}"/>
              </a:ext>
            </a:extLst>
          </p:cNvPr>
          <p:cNvSpPr txBox="1"/>
          <p:nvPr/>
        </p:nvSpPr>
        <p:spPr>
          <a:xfrm>
            <a:off x="2251362" y="1862954"/>
            <a:ext cx="1736982" cy="58477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Simulation Q</a:t>
            </a:r>
            <a:r>
              <a:rPr lang="en-US" sz="12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5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Independent, directional rates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loss, High gain</a:t>
            </a:r>
          </a:p>
        </p:txBody>
      </p:sp>
      <p:graphicFrame>
        <p:nvGraphicFramePr>
          <p:cNvPr id="18" name="Q5_matrix">
            <a:extLst>
              <a:ext uri="{FF2B5EF4-FFF2-40B4-BE49-F238E27FC236}">
                <a16:creationId xmlns:a16="http://schemas.microsoft.com/office/drawing/2014/main" id="{71393531-CC50-624A-3F1E-674F7515BF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2639761"/>
              </p:ext>
            </p:extLst>
          </p:nvPr>
        </p:nvGraphicFramePr>
        <p:xfrm>
          <a:off x="2159544" y="2498835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0.5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0.5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0.5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0.5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  <p:sp>
        <p:nvSpPr>
          <p:cNvPr id="21" name="Q6_label">
            <a:extLst>
              <a:ext uri="{FF2B5EF4-FFF2-40B4-BE49-F238E27FC236}">
                <a16:creationId xmlns:a16="http://schemas.microsoft.com/office/drawing/2014/main" id="{674A2FE5-066F-D9A4-766E-9EB25F83CE3B}"/>
              </a:ext>
            </a:extLst>
          </p:cNvPr>
          <p:cNvSpPr txBox="1"/>
          <p:nvPr/>
        </p:nvSpPr>
        <p:spPr>
          <a:xfrm>
            <a:off x="4298807" y="1862954"/>
            <a:ext cx="1736982" cy="58477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Simulation Q</a:t>
            </a:r>
            <a:r>
              <a:rPr lang="en-US" sz="12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6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Independent, directional rates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Medium loss, High gain</a:t>
            </a:r>
          </a:p>
        </p:txBody>
      </p:sp>
      <p:graphicFrame>
        <p:nvGraphicFramePr>
          <p:cNvPr id="20" name="Q6_matrix">
            <a:extLst>
              <a:ext uri="{FF2B5EF4-FFF2-40B4-BE49-F238E27FC236}">
                <a16:creationId xmlns:a16="http://schemas.microsoft.com/office/drawing/2014/main" id="{1CA52550-0228-9A15-D26B-E9B372BB5A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2427336"/>
              </p:ext>
            </p:extLst>
          </p:nvPr>
        </p:nvGraphicFramePr>
        <p:xfrm>
          <a:off x="4206989" y="2498835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0.5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0.5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0.25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0.5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0.25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0.5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0.25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0.25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  <p:sp>
        <p:nvSpPr>
          <p:cNvPr id="23" name="Q7_label">
            <a:extLst>
              <a:ext uri="{FF2B5EF4-FFF2-40B4-BE49-F238E27FC236}">
                <a16:creationId xmlns:a16="http://schemas.microsoft.com/office/drawing/2014/main" id="{0D2B8944-175A-C6EB-E355-E2FCEAAFAA75}"/>
              </a:ext>
            </a:extLst>
          </p:cNvPr>
          <p:cNvSpPr txBox="1"/>
          <p:nvPr/>
        </p:nvSpPr>
        <p:spPr>
          <a:xfrm>
            <a:off x="203918" y="3683250"/>
            <a:ext cx="1736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Simulation Q</a:t>
            </a:r>
            <a:r>
              <a:rPr lang="en-US" sz="12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7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dependency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rates</a:t>
            </a:r>
          </a:p>
        </p:txBody>
      </p:sp>
      <p:sp>
        <p:nvSpPr>
          <p:cNvPr id="25" name="Q8_label">
            <a:extLst>
              <a:ext uri="{FF2B5EF4-FFF2-40B4-BE49-F238E27FC236}">
                <a16:creationId xmlns:a16="http://schemas.microsoft.com/office/drawing/2014/main" id="{8EBF2576-8D21-8CF8-7621-CC7B11DA6B4B}"/>
              </a:ext>
            </a:extLst>
          </p:cNvPr>
          <p:cNvSpPr txBox="1"/>
          <p:nvPr/>
        </p:nvSpPr>
        <p:spPr>
          <a:xfrm>
            <a:off x="2251367" y="3682791"/>
            <a:ext cx="17369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Simulation Q</a:t>
            </a:r>
            <a:r>
              <a:rPr lang="en-US" sz="12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8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dependency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Medium rates</a:t>
            </a:r>
          </a:p>
        </p:txBody>
      </p:sp>
      <p:sp>
        <p:nvSpPr>
          <p:cNvPr id="27" name="Q9_label">
            <a:extLst>
              <a:ext uri="{FF2B5EF4-FFF2-40B4-BE49-F238E27FC236}">
                <a16:creationId xmlns:a16="http://schemas.microsoft.com/office/drawing/2014/main" id="{FDDC1F66-51A3-5753-5ECC-E105BA372183}"/>
              </a:ext>
            </a:extLst>
          </p:cNvPr>
          <p:cNvSpPr txBox="1"/>
          <p:nvPr/>
        </p:nvSpPr>
        <p:spPr>
          <a:xfrm>
            <a:off x="4305551" y="3682791"/>
            <a:ext cx="17369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Simulation Q</a:t>
            </a:r>
            <a:r>
              <a:rPr lang="en-US" sz="12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9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dependency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High rates</a:t>
            </a:r>
          </a:p>
        </p:txBody>
      </p:sp>
      <p:sp>
        <p:nvSpPr>
          <p:cNvPr id="5" name="Q10_label">
            <a:extLst>
              <a:ext uri="{FF2B5EF4-FFF2-40B4-BE49-F238E27FC236}">
                <a16:creationId xmlns:a16="http://schemas.microsoft.com/office/drawing/2014/main" id="{243EBA32-A0AA-DF60-AABD-55BF028E7A99}"/>
              </a:ext>
            </a:extLst>
          </p:cNvPr>
          <p:cNvSpPr txBox="1"/>
          <p:nvPr/>
        </p:nvSpPr>
        <p:spPr>
          <a:xfrm>
            <a:off x="203920" y="5463965"/>
            <a:ext cx="17369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Simulation Q</a:t>
            </a:r>
            <a:r>
              <a:rPr lang="en-US" sz="12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10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High dependency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rates</a:t>
            </a:r>
          </a:p>
        </p:txBody>
      </p:sp>
      <p:sp>
        <p:nvSpPr>
          <p:cNvPr id="7" name="Q11_label">
            <a:extLst>
              <a:ext uri="{FF2B5EF4-FFF2-40B4-BE49-F238E27FC236}">
                <a16:creationId xmlns:a16="http://schemas.microsoft.com/office/drawing/2014/main" id="{EC9E989E-7324-212A-BC7C-90A6A3AB7FFE}"/>
              </a:ext>
            </a:extLst>
          </p:cNvPr>
          <p:cNvSpPr txBox="1"/>
          <p:nvPr/>
        </p:nvSpPr>
        <p:spPr>
          <a:xfrm>
            <a:off x="2251362" y="5459625"/>
            <a:ext cx="1736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Simulation Q</a:t>
            </a:r>
            <a:r>
              <a:rPr lang="en-US" sz="12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11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High dependency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Medium rates</a:t>
            </a:r>
          </a:p>
        </p:txBody>
      </p:sp>
      <p:sp>
        <p:nvSpPr>
          <p:cNvPr id="14" name="Q12_label">
            <a:extLst>
              <a:ext uri="{FF2B5EF4-FFF2-40B4-BE49-F238E27FC236}">
                <a16:creationId xmlns:a16="http://schemas.microsoft.com/office/drawing/2014/main" id="{B5E597B3-F585-23BC-9932-5A66C91DAF44}"/>
              </a:ext>
            </a:extLst>
          </p:cNvPr>
          <p:cNvSpPr txBox="1"/>
          <p:nvPr/>
        </p:nvSpPr>
        <p:spPr>
          <a:xfrm>
            <a:off x="4305549" y="5456880"/>
            <a:ext cx="17302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Simulation Q</a:t>
            </a:r>
            <a:r>
              <a:rPr lang="en-US" sz="12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12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High dependency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High rates</a:t>
            </a:r>
          </a:p>
        </p:txBody>
      </p:sp>
      <p:graphicFrame>
        <p:nvGraphicFramePr>
          <p:cNvPr id="2" name="Q1_matrix">
            <a:extLst>
              <a:ext uri="{FF2B5EF4-FFF2-40B4-BE49-F238E27FC236}">
                <a16:creationId xmlns:a16="http://schemas.microsoft.com/office/drawing/2014/main" id="{486BC46E-8898-031E-2A03-5B9602F62E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852215"/>
              </p:ext>
            </p:extLst>
          </p:nvPr>
        </p:nvGraphicFramePr>
        <p:xfrm>
          <a:off x="112100" y="4280011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0.117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0.05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0.117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0.117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0.117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0.117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0.117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0.05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  <p:graphicFrame>
        <p:nvGraphicFramePr>
          <p:cNvPr id="15" name="Q2_matrix">
            <a:extLst>
              <a:ext uri="{FF2B5EF4-FFF2-40B4-BE49-F238E27FC236}">
                <a16:creationId xmlns:a16="http://schemas.microsoft.com/office/drawing/2014/main" id="{7D2B3D45-9774-2525-5665-6A1CECA841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0086814"/>
              </p:ext>
            </p:extLst>
          </p:nvPr>
        </p:nvGraphicFramePr>
        <p:xfrm>
          <a:off x="2159545" y="4280011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0.292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0.125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0.292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0.292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0.292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0.292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0.292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0.125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  <p:graphicFrame>
        <p:nvGraphicFramePr>
          <p:cNvPr id="28" name="Q3_matrix">
            <a:extLst>
              <a:ext uri="{FF2B5EF4-FFF2-40B4-BE49-F238E27FC236}">
                <a16:creationId xmlns:a16="http://schemas.microsoft.com/office/drawing/2014/main" id="{80C80711-6676-872E-4669-8CE7F7D9A4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8455372"/>
              </p:ext>
            </p:extLst>
          </p:nvPr>
        </p:nvGraphicFramePr>
        <p:xfrm>
          <a:off x="4206990" y="4280011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0.583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0.25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0.583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0.583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0.583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0.583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0.583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0.25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  <p:graphicFrame>
        <p:nvGraphicFramePr>
          <p:cNvPr id="29" name="Q1_matrix">
            <a:extLst>
              <a:ext uri="{FF2B5EF4-FFF2-40B4-BE49-F238E27FC236}">
                <a16:creationId xmlns:a16="http://schemas.microsoft.com/office/drawing/2014/main" id="{969B7EA3-F415-930B-2BBE-12F1811C0B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8661370"/>
              </p:ext>
            </p:extLst>
          </p:nvPr>
        </p:nvGraphicFramePr>
        <p:xfrm>
          <a:off x="112100" y="6048737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0.13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0.01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0.13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0.13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0.13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0.13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0.13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  <p:graphicFrame>
        <p:nvGraphicFramePr>
          <p:cNvPr id="30" name="Q2_matrix">
            <a:extLst>
              <a:ext uri="{FF2B5EF4-FFF2-40B4-BE49-F238E27FC236}">
                <a16:creationId xmlns:a16="http://schemas.microsoft.com/office/drawing/2014/main" id="{D4976191-A617-0F5A-1345-CF9FE65BA5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4932719"/>
              </p:ext>
            </p:extLst>
          </p:nvPr>
        </p:nvGraphicFramePr>
        <p:xfrm>
          <a:off x="2159545" y="6048737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0.325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0.025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0.325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0.325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0.325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0.325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0.325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0.025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  <p:graphicFrame>
        <p:nvGraphicFramePr>
          <p:cNvPr id="31" name="Q3_matrix">
            <a:extLst>
              <a:ext uri="{FF2B5EF4-FFF2-40B4-BE49-F238E27FC236}">
                <a16:creationId xmlns:a16="http://schemas.microsoft.com/office/drawing/2014/main" id="{620C10EF-0704-5200-6E41-395A809233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6930722"/>
              </p:ext>
            </p:extLst>
          </p:nvPr>
        </p:nvGraphicFramePr>
        <p:xfrm>
          <a:off x="4206990" y="6048737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0.65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0.05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0.65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0.65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0.65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0.65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0.65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0.05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0703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475A5-4DA0-3765-C6CE-C524AE5A3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Q1_label">
            <a:extLst>
              <a:ext uri="{FF2B5EF4-FFF2-40B4-BE49-F238E27FC236}">
                <a16:creationId xmlns:a16="http://schemas.microsoft.com/office/drawing/2014/main" id="{434A3E73-C7C5-2716-FFCA-452192F08542}"/>
              </a:ext>
            </a:extLst>
          </p:cNvPr>
          <p:cNvSpPr txBox="1"/>
          <p:nvPr/>
        </p:nvSpPr>
        <p:spPr>
          <a:xfrm>
            <a:off x="203916" y="67486"/>
            <a:ext cx="17369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 err="1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corHMM</a:t>
            </a:r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 Q</a:t>
            </a:r>
            <a:r>
              <a:rPr lang="en-US" sz="12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1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Independent, equal rates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rates</a:t>
            </a:r>
          </a:p>
        </p:txBody>
      </p:sp>
      <p:graphicFrame>
        <p:nvGraphicFramePr>
          <p:cNvPr id="4" name="Q1_matrix">
            <a:extLst>
              <a:ext uri="{FF2B5EF4-FFF2-40B4-BE49-F238E27FC236}">
                <a16:creationId xmlns:a16="http://schemas.microsoft.com/office/drawing/2014/main" id="{481C550A-C2FF-28A7-777C-84E08F5718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754099"/>
              </p:ext>
            </p:extLst>
          </p:nvPr>
        </p:nvGraphicFramePr>
        <p:xfrm>
          <a:off x="112100" y="697268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0.0250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0.0240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0.0309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0.0254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0.0331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0.0238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0.0210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0.0285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  <p:sp>
        <p:nvSpPr>
          <p:cNvPr id="11" name="Q2_label">
            <a:extLst>
              <a:ext uri="{FF2B5EF4-FFF2-40B4-BE49-F238E27FC236}">
                <a16:creationId xmlns:a16="http://schemas.microsoft.com/office/drawing/2014/main" id="{7EABE21D-66F7-7169-49A0-31B196296EBD}"/>
              </a:ext>
            </a:extLst>
          </p:cNvPr>
          <p:cNvSpPr txBox="1"/>
          <p:nvPr/>
        </p:nvSpPr>
        <p:spPr>
          <a:xfrm>
            <a:off x="2251362" y="67486"/>
            <a:ext cx="17369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 err="1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corHMM</a:t>
            </a:r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 Q</a:t>
            </a:r>
            <a:r>
              <a:rPr lang="en-US" sz="1200" b="1" i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2</a:t>
            </a:r>
            <a:endParaRPr lang="en-US" sz="1200" b="1" baseline="-25000" dirty="0">
              <a:latin typeface="Arial" panose="020B0604020202020204" pitchFamily="34" charset="0"/>
              <a:ea typeface="Cambria Math" panose="02040503050406030204" pitchFamily="18" charset="0"/>
              <a:cs typeface="Arial" panose="020B0604020202020204" pitchFamily="34" charset="0"/>
            </a:endParaRP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Independent, equal rates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Medium rates</a:t>
            </a:r>
          </a:p>
        </p:txBody>
      </p:sp>
      <p:graphicFrame>
        <p:nvGraphicFramePr>
          <p:cNvPr id="10" name="Q2_matrix">
            <a:extLst>
              <a:ext uri="{FF2B5EF4-FFF2-40B4-BE49-F238E27FC236}">
                <a16:creationId xmlns:a16="http://schemas.microsoft.com/office/drawing/2014/main" id="{A7AC17F9-6BB0-D12D-CDC8-CEE193E538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9860758"/>
              </p:ext>
            </p:extLst>
          </p:nvPr>
        </p:nvGraphicFramePr>
        <p:xfrm>
          <a:off x="2159545" y="697268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0.0612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0.0610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0.0667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0.0643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0.0687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0.0614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0.0653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0.0652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  <p:sp>
        <p:nvSpPr>
          <p:cNvPr id="13" name="Q3_label">
            <a:extLst>
              <a:ext uri="{FF2B5EF4-FFF2-40B4-BE49-F238E27FC236}">
                <a16:creationId xmlns:a16="http://schemas.microsoft.com/office/drawing/2014/main" id="{96CEE6CB-B800-D3A0-E414-991D837063FB}"/>
              </a:ext>
            </a:extLst>
          </p:cNvPr>
          <p:cNvSpPr txBox="1"/>
          <p:nvPr/>
        </p:nvSpPr>
        <p:spPr>
          <a:xfrm>
            <a:off x="4305547" y="67486"/>
            <a:ext cx="17302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 err="1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corHMM</a:t>
            </a:r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 Q</a:t>
            </a:r>
            <a:r>
              <a:rPr lang="en-US" sz="1200" b="1" i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3</a:t>
            </a:r>
            <a:endParaRPr lang="en-US" sz="1200" b="1" baseline="-25000" dirty="0">
              <a:latin typeface="Arial" panose="020B0604020202020204" pitchFamily="34" charset="0"/>
              <a:ea typeface="Cambria Math" panose="02040503050406030204" pitchFamily="18" charset="0"/>
              <a:cs typeface="Arial" panose="020B0604020202020204" pitchFamily="34" charset="0"/>
            </a:endParaRP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Independent, equal rates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High rates</a:t>
            </a:r>
          </a:p>
        </p:txBody>
      </p:sp>
      <p:graphicFrame>
        <p:nvGraphicFramePr>
          <p:cNvPr id="12" name="Q3_matrix">
            <a:extLst>
              <a:ext uri="{FF2B5EF4-FFF2-40B4-BE49-F238E27FC236}">
                <a16:creationId xmlns:a16="http://schemas.microsoft.com/office/drawing/2014/main" id="{8E340C9E-24FE-A3DF-DDF2-8B98AEB60D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9615260"/>
              </p:ext>
            </p:extLst>
          </p:nvPr>
        </p:nvGraphicFramePr>
        <p:xfrm>
          <a:off x="4206990" y="697268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0.1206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0.1223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0.1322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0.1225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0.1320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0.1253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0.1301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0.1331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  <p:sp>
        <p:nvSpPr>
          <p:cNvPr id="17" name="Q4_label">
            <a:extLst>
              <a:ext uri="{FF2B5EF4-FFF2-40B4-BE49-F238E27FC236}">
                <a16:creationId xmlns:a16="http://schemas.microsoft.com/office/drawing/2014/main" id="{E61B9057-7AC0-7C08-A499-1CC617E55C7C}"/>
              </a:ext>
            </a:extLst>
          </p:cNvPr>
          <p:cNvSpPr txBox="1"/>
          <p:nvPr/>
        </p:nvSpPr>
        <p:spPr>
          <a:xfrm>
            <a:off x="203918" y="1862954"/>
            <a:ext cx="1736982" cy="58477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200" b="1" i="1" dirty="0" err="1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corHMM</a:t>
            </a:r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 Q</a:t>
            </a:r>
            <a:r>
              <a:rPr lang="en-US" sz="12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4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Independent, directional rates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loss, Medium gain</a:t>
            </a:r>
          </a:p>
        </p:txBody>
      </p:sp>
      <p:graphicFrame>
        <p:nvGraphicFramePr>
          <p:cNvPr id="16" name="Q4_matrix">
            <a:extLst>
              <a:ext uri="{FF2B5EF4-FFF2-40B4-BE49-F238E27FC236}">
                <a16:creationId xmlns:a16="http://schemas.microsoft.com/office/drawing/2014/main" id="{85409CCF-8584-284D-2AC0-6651D9AF82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3488163"/>
              </p:ext>
            </p:extLst>
          </p:nvPr>
        </p:nvGraphicFramePr>
        <p:xfrm>
          <a:off x="112100" y="2498835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0.0610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0.0621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0.0319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0.0609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0.0293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0.0606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0.0294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0.0289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  <p:sp>
        <p:nvSpPr>
          <p:cNvPr id="19" name="Q5_label">
            <a:extLst>
              <a:ext uri="{FF2B5EF4-FFF2-40B4-BE49-F238E27FC236}">
                <a16:creationId xmlns:a16="http://schemas.microsoft.com/office/drawing/2014/main" id="{BAF5EF6D-F3FE-16AD-8F99-A053EF72462E}"/>
              </a:ext>
            </a:extLst>
          </p:cNvPr>
          <p:cNvSpPr txBox="1"/>
          <p:nvPr/>
        </p:nvSpPr>
        <p:spPr>
          <a:xfrm>
            <a:off x="2251362" y="1862954"/>
            <a:ext cx="1736982" cy="58477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200" b="1" i="1" dirty="0" err="1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corHMM</a:t>
            </a:r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 Q</a:t>
            </a:r>
            <a:r>
              <a:rPr lang="en-US" sz="12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5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Independent, directional rates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loss, High gain</a:t>
            </a:r>
          </a:p>
        </p:txBody>
      </p:sp>
      <p:graphicFrame>
        <p:nvGraphicFramePr>
          <p:cNvPr id="18" name="Q5_matrix">
            <a:extLst>
              <a:ext uri="{FF2B5EF4-FFF2-40B4-BE49-F238E27FC236}">
                <a16:creationId xmlns:a16="http://schemas.microsoft.com/office/drawing/2014/main" id="{5F5ADC8D-DA1E-083B-FA5C-C9EAAFEF19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3357278"/>
              </p:ext>
            </p:extLst>
          </p:nvPr>
        </p:nvGraphicFramePr>
        <p:xfrm>
          <a:off x="2159544" y="2498835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0.1214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0.1243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0.0307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0.1192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0.0284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0.1237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0.0290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0.0288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  <p:sp>
        <p:nvSpPr>
          <p:cNvPr id="21" name="Q6_label">
            <a:extLst>
              <a:ext uri="{FF2B5EF4-FFF2-40B4-BE49-F238E27FC236}">
                <a16:creationId xmlns:a16="http://schemas.microsoft.com/office/drawing/2014/main" id="{D3850FF6-560D-D5D5-019D-5C060BDDABC1}"/>
              </a:ext>
            </a:extLst>
          </p:cNvPr>
          <p:cNvSpPr txBox="1"/>
          <p:nvPr/>
        </p:nvSpPr>
        <p:spPr>
          <a:xfrm>
            <a:off x="4298807" y="1862954"/>
            <a:ext cx="1736982" cy="58477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200" b="1" i="1" dirty="0" err="1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corHMM</a:t>
            </a:r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 Q</a:t>
            </a:r>
            <a:r>
              <a:rPr lang="en-US" sz="12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6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Independent, directional rates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Medium loss, High gain</a:t>
            </a:r>
          </a:p>
        </p:txBody>
      </p:sp>
      <p:graphicFrame>
        <p:nvGraphicFramePr>
          <p:cNvPr id="20" name="Q6_matrix">
            <a:extLst>
              <a:ext uri="{FF2B5EF4-FFF2-40B4-BE49-F238E27FC236}">
                <a16:creationId xmlns:a16="http://schemas.microsoft.com/office/drawing/2014/main" id="{91EB0225-3F62-05DE-C0BB-E0D96C0679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4932969"/>
              </p:ext>
            </p:extLst>
          </p:nvPr>
        </p:nvGraphicFramePr>
        <p:xfrm>
          <a:off x="4206989" y="2498835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0.1226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0.1214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0.0690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0.1220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0.0684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0.1213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0.0672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0.0655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  <p:sp>
        <p:nvSpPr>
          <p:cNvPr id="23" name="Q7_label">
            <a:extLst>
              <a:ext uri="{FF2B5EF4-FFF2-40B4-BE49-F238E27FC236}">
                <a16:creationId xmlns:a16="http://schemas.microsoft.com/office/drawing/2014/main" id="{B4BEE881-D0E6-9A18-672E-C93597406285}"/>
              </a:ext>
            </a:extLst>
          </p:cNvPr>
          <p:cNvSpPr txBox="1"/>
          <p:nvPr/>
        </p:nvSpPr>
        <p:spPr>
          <a:xfrm>
            <a:off x="203918" y="3683250"/>
            <a:ext cx="1736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 err="1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corHMM</a:t>
            </a:r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 Q</a:t>
            </a:r>
            <a:r>
              <a:rPr lang="en-US" sz="12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7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dependency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rates</a:t>
            </a:r>
          </a:p>
        </p:txBody>
      </p:sp>
      <p:sp>
        <p:nvSpPr>
          <p:cNvPr id="25" name="Q8_label">
            <a:extLst>
              <a:ext uri="{FF2B5EF4-FFF2-40B4-BE49-F238E27FC236}">
                <a16:creationId xmlns:a16="http://schemas.microsoft.com/office/drawing/2014/main" id="{96F8FA68-2227-CDD4-9D1B-0AC04B72E90D}"/>
              </a:ext>
            </a:extLst>
          </p:cNvPr>
          <p:cNvSpPr txBox="1"/>
          <p:nvPr/>
        </p:nvSpPr>
        <p:spPr>
          <a:xfrm>
            <a:off x="2251367" y="3682791"/>
            <a:ext cx="17369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 err="1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corHMM</a:t>
            </a:r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 Q</a:t>
            </a:r>
            <a:r>
              <a:rPr lang="en-US" sz="12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8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dependency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Medium rates</a:t>
            </a:r>
          </a:p>
        </p:txBody>
      </p:sp>
      <p:sp>
        <p:nvSpPr>
          <p:cNvPr id="27" name="Q9_label">
            <a:extLst>
              <a:ext uri="{FF2B5EF4-FFF2-40B4-BE49-F238E27FC236}">
                <a16:creationId xmlns:a16="http://schemas.microsoft.com/office/drawing/2014/main" id="{D736FD0B-74C5-99AD-800F-237CC96D9693}"/>
              </a:ext>
            </a:extLst>
          </p:cNvPr>
          <p:cNvSpPr txBox="1"/>
          <p:nvPr/>
        </p:nvSpPr>
        <p:spPr>
          <a:xfrm>
            <a:off x="4305551" y="3682791"/>
            <a:ext cx="17369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 err="1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corHMM</a:t>
            </a:r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 Q</a:t>
            </a:r>
            <a:r>
              <a:rPr lang="en-US" sz="12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9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dependency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High rates</a:t>
            </a:r>
          </a:p>
        </p:txBody>
      </p:sp>
      <p:sp>
        <p:nvSpPr>
          <p:cNvPr id="5" name="Q10_label">
            <a:extLst>
              <a:ext uri="{FF2B5EF4-FFF2-40B4-BE49-F238E27FC236}">
                <a16:creationId xmlns:a16="http://schemas.microsoft.com/office/drawing/2014/main" id="{194A109B-1D45-828B-C078-F933FA424D8D}"/>
              </a:ext>
            </a:extLst>
          </p:cNvPr>
          <p:cNvSpPr txBox="1"/>
          <p:nvPr/>
        </p:nvSpPr>
        <p:spPr>
          <a:xfrm>
            <a:off x="203920" y="5463965"/>
            <a:ext cx="17369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 err="1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corHMM</a:t>
            </a:r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 Q</a:t>
            </a:r>
            <a:r>
              <a:rPr lang="en-US" sz="12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10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High dependency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rates</a:t>
            </a:r>
          </a:p>
        </p:txBody>
      </p:sp>
      <p:sp>
        <p:nvSpPr>
          <p:cNvPr id="7" name="Q11_label">
            <a:extLst>
              <a:ext uri="{FF2B5EF4-FFF2-40B4-BE49-F238E27FC236}">
                <a16:creationId xmlns:a16="http://schemas.microsoft.com/office/drawing/2014/main" id="{26E71274-9C54-D86C-9820-4C7BCFF4ADEF}"/>
              </a:ext>
            </a:extLst>
          </p:cNvPr>
          <p:cNvSpPr txBox="1"/>
          <p:nvPr/>
        </p:nvSpPr>
        <p:spPr>
          <a:xfrm>
            <a:off x="2251362" y="5459625"/>
            <a:ext cx="1736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 err="1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corHMM</a:t>
            </a:r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 Q</a:t>
            </a:r>
            <a:r>
              <a:rPr lang="en-US" sz="12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11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High dependency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Medium rates</a:t>
            </a:r>
          </a:p>
        </p:txBody>
      </p:sp>
      <p:sp>
        <p:nvSpPr>
          <p:cNvPr id="14" name="Q12_label">
            <a:extLst>
              <a:ext uri="{FF2B5EF4-FFF2-40B4-BE49-F238E27FC236}">
                <a16:creationId xmlns:a16="http://schemas.microsoft.com/office/drawing/2014/main" id="{BBA73176-58BC-F861-1FFA-F252A21DBD41}"/>
              </a:ext>
            </a:extLst>
          </p:cNvPr>
          <p:cNvSpPr txBox="1"/>
          <p:nvPr/>
        </p:nvSpPr>
        <p:spPr>
          <a:xfrm>
            <a:off x="4305549" y="5456880"/>
            <a:ext cx="17302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 err="1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corHMM</a:t>
            </a:r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 Q</a:t>
            </a:r>
            <a:r>
              <a:rPr lang="en-US" sz="12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12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High dependency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High rates</a:t>
            </a:r>
          </a:p>
        </p:txBody>
      </p:sp>
      <p:graphicFrame>
        <p:nvGraphicFramePr>
          <p:cNvPr id="2" name="Q1_matrix">
            <a:extLst>
              <a:ext uri="{FF2B5EF4-FFF2-40B4-BE49-F238E27FC236}">
                <a16:creationId xmlns:a16="http://schemas.microsoft.com/office/drawing/2014/main" id="{15423068-04D0-E7D9-1BBF-9F62FBF7C0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1698782"/>
              </p:ext>
            </p:extLst>
          </p:nvPr>
        </p:nvGraphicFramePr>
        <p:xfrm>
          <a:off x="112100" y="4280011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0.0289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0.0128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0.0370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0.0334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0.0434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0.00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0.0307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  <p:graphicFrame>
        <p:nvGraphicFramePr>
          <p:cNvPr id="15" name="Q2_matrix">
            <a:extLst>
              <a:ext uri="{FF2B5EF4-FFF2-40B4-BE49-F238E27FC236}">
                <a16:creationId xmlns:a16="http://schemas.microsoft.com/office/drawing/2014/main" id="{D236C2B4-E43D-80A8-CD05-8BA1B50888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9792603"/>
              </p:ext>
            </p:extLst>
          </p:nvPr>
        </p:nvGraphicFramePr>
        <p:xfrm>
          <a:off x="2159545" y="4280011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0.0718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0.0313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0.0813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0.0713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0.0795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0.0691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0.0823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0.0270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  <p:graphicFrame>
        <p:nvGraphicFramePr>
          <p:cNvPr id="28" name="Q3_matrix">
            <a:extLst>
              <a:ext uri="{FF2B5EF4-FFF2-40B4-BE49-F238E27FC236}">
                <a16:creationId xmlns:a16="http://schemas.microsoft.com/office/drawing/2014/main" id="{0F6A409E-9B13-CAAF-13F9-C03EE33A73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9236295"/>
              </p:ext>
            </p:extLst>
          </p:nvPr>
        </p:nvGraphicFramePr>
        <p:xfrm>
          <a:off x="4206990" y="4280011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0.1441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0.0612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0.1562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0.1411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0.1505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0.1361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0.1553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0.0655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  <p:graphicFrame>
        <p:nvGraphicFramePr>
          <p:cNvPr id="29" name="Q1_matrix">
            <a:extLst>
              <a:ext uri="{FF2B5EF4-FFF2-40B4-BE49-F238E27FC236}">
                <a16:creationId xmlns:a16="http://schemas.microsoft.com/office/drawing/2014/main" id="{6ACCEC8C-4B2C-80A9-6866-CFD34F0768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1965035"/>
              </p:ext>
            </p:extLst>
          </p:nvPr>
        </p:nvGraphicFramePr>
        <p:xfrm>
          <a:off x="112100" y="6048737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0.0313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0.0033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0.0381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0.0361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0.0768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0.00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0.0360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  <p:graphicFrame>
        <p:nvGraphicFramePr>
          <p:cNvPr id="30" name="Q2_matrix">
            <a:extLst>
              <a:ext uri="{FF2B5EF4-FFF2-40B4-BE49-F238E27FC236}">
                <a16:creationId xmlns:a16="http://schemas.microsoft.com/office/drawing/2014/main" id="{EC3B6ABD-3B40-A661-3B43-4F4AE94221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6094351"/>
              </p:ext>
            </p:extLst>
          </p:nvPr>
        </p:nvGraphicFramePr>
        <p:xfrm>
          <a:off x="2159545" y="6048737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0.0800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0.0075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0.0916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0.0811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0.1114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0.00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0.0940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  <p:graphicFrame>
        <p:nvGraphicFramePr>
          <p:cNvPr id="31" name="Q3_matrix">
            <a:extLst>
              <a:ext uri="{FF2B5EF4-FFF2-40B4-BE49-F238E27FC236}">
                <a16:creationId xmlns:a16="http://schemas.microsoft.com/office/drawing/2014/main" id="{79C776DB-0131-48F9-3CBC-5AE5CB33E4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6509928"/>
              </p:ext>
            </p:extLst>
          </p:nvPr>
        </p:nvGraphicFramePr>
        <p:xfrm>
          <a:off x="4206990" y="6048737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0.1587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0.0140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0.1761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0.1545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0.1703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0.1210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0.1795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0.0115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4936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FFBF7-0291-F593-347B-EEB78FC5D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Q1_label">
            <a:extLst>
              <a:ext uri="{FF2B5EF4-FFF2-40B4-BE49-F238E27FC236}">
                <a16:creationId xmlns:a16="http://schemas.microsoft.com/office/drawing/2014/main" id="{AFA4E626-1EA0-F4A8-D4BE-4A2F17B69707}"/>
              </a:ext>
            </a:extLst>
          </p:cNvPr>
          <p:cNvSpPr txBox="1"/>
          <p:nvPr/>
        </p:nvSpPr>
        <p:spPr>
          <a:xfrm>
            <a:off x="203916" y="67486"/>
            <a:ext cx="17369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BT MCMC Q</a:t>
            </a:r>
            <a:r>
              <a:rPr lang="en-US" sz="12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1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Independent, equal rates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rates</a:t>
            </a:r>
          </a:p>
        </p:txBody>
      </p:sp>
      <p:graphicFrame>
        <p:nvGraphicFramePr>
          <p:cNvPr id="4" name="Q1_matrix">
            <a:extLst>
              <a:ext uri="{FF2B5EF4-FFF2-40B4-BE49-F238E27FC236}">
                <a16:creationId xmlns:a16="http://schemas.microsoft.com/office/drawing/2014/main" id="{5D411111-463D-50F1-24F6-48C6784FBA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3505622"/>
              </p:ext>
            </p:extLst>
          </p:nvPr>
        </p:nvGraphicFramePr>
        <p:xfrm>
          <a:off x="112100" y="697268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0.0275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0.0269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0.0487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0.0514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0.0465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0.0485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0.2772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0.2437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  <p:sp>
        <p:nvSpPr>
          <p:cNvPr id="11" name="Q2_label">
            <a:extLst>
              <a:ext uri="{FF2B5EF4-FFF2-40B4-BE49-F238E27FC236}">
                <a16:creationId xmlns:a16="http://schemas.microsoft.com/office/drawing/2014/main" id="{3197DC3F-A23F-1CEE-3B7C-CABC25ED002D}"/>
              </a:ext>
            </a:extLst>
          </p:cNvPr>
          <p:cNvSpPr txBox="1"/>
          <p:nvPr/>
        </p:nvSpPr>
        <p:spPr>
          <a:xfrm>
            <a:off x="2251362" y="67486"/>
            <a:ext cx="17369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BT MCMC Q</a:t>
            </a:r>
            <a:r>
              <a:rPr lang="en-US" sz="1200" b="1" i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2</a:t>
            </a:r>
            <a:endParaRPr lang="en-US" sz="1200" b="1" baseline="-25000" dirty="0">
              <a:latin typeface="Arial" panose="020B0604020202020204" pitchFamily="34" charset="0"/>
              <a:ea typeface="Cambria Math" panose="02040503050406030204" pitchFamily="18" charset="0"/>
              <a:cs typeface="Arial" panose="020B0604020202020204" pitchFamily="34" charset="0"/>
            </a:endParaRP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Independent, equal rates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Medium rates</a:t>
            </a:r>
          </a:p>
        </p:txBody>
      </p:sp>
      <p:graphicFrame>
        <p:nvGraphicFramePr>
          <p:cNvPr id="10" name="Q2_matrix">
            <a:extLst>
              <a:ext uri="{FF2B5EF4-FFF2-40B4-BE49-F238E27FC236}">
                <a16:creationId xmlns:a16="http://schemas.microsoft.com/office/drawing/2014/main" id="{8C95011B-0AD4-6C6E-DC3D-8385B01396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9667636"/>
              </p:ext>
            </p:extLst>
          </p:nvPr>
        </p:nvGraphicFramePr>
        <p:xfrm>
          <a:off x="2159545" y="697268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0.0649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0.0647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0.0740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0.0726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0.0744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0.0716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0.0954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0.0923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  <p:sp>
        <p:nvSpPr>
          <p:cNvPr id="13" name="Q3_label">
            <a:extLst>
              <a:ext uri="{FF2B5EF4-FFF2-40B4-BE49-F238E27FC236}">
                <a16:creationId xmlns:a16="http://schemas.microsoft.com/office/drawing/2014/main" id="{3FF9B413-6709-890D-9523-D05A44B13D03}"/>
              </a:ext>
            </a:extLst>
          </p:cNvPr>
          <p:cNvSpPr txBox="1"/>
          <p:nvPr/>
        </p:nvSpPr>
        <p:spPr>
          <a:xfrm>
            <a:off x="4305547" y="67486"/>
            <a:ext cx="17302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BT MCMC Q</a:t>
            </a:r>
            <a:r>
              <a:rPr lang="en-US" sz="1200" b="1" i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3</a:t>
            </a:r>
            <a:endParaRPr lang="en-US" sz="1200" b="1" baseline="-25000" dirty="0">
              <a:latin typeface="Arial" panose="020B0604020202020204" pitchFamily="34" charset="0"/>
              <a:ea typeface="Cambria Math" panose="02040503050406030204" pitchFamily="18" charset="0"/>
              <a:cs typeface="Arial" panose="020B0604020202020204" pitchFamily="34" charset="0"/>
            </a:endParaRP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Independent, equal rates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High rates</a:t>
            </a:r>
          </a:p>
        </p:txBody>
      </p:sp>
      <p:graphicFrame>
        <p:nvGraphicFramePr>
          <p:cNvPr id="12" name="Q3_matrix">
            <a:extLst>
              <a:ext uri="{FF2B5EF4-FFF2-40B4-BE49-F238E27FC236}">
                <a16:creationId xmlns:a16="http://schemas.microsoft.com/office/drawing/2014/main" id="{E926846B-5EED-F55C-897C-C6B7CC6044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1612273"/>
              </p:ext>
            </p:extLst>
          </p:nvPr>
        </p:nvGraphicFramePr>
        <p:xfrm>
          <a:off x="4206990" y="697268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0.1267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0.1283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0.1403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0.1309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0.1402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0.1329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0.1440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0.1499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  <p:sp>
        <p:nvSpPr>
          <p:cNvPr id="17" name="Q4_label">
            <a:extLst>
              <a:ext uri="{FF2B5EF4-FFF2-40B4-BE49-F238E27FC236}">
                <a16:creationId xmlns:a16="http://schemas.microsoft.com/office/drawing/2014/main" id="{4C70EFB1-6D30-8F37-B7EE-8D165664858B}"/>
              </a:ext>
            </a:extLst>
          </p:cNvPr>
          <p:cNvSpPr txBox="1"/>
          <p:nvPr/>
        </p:nvSpPr>
        <p:spPr>
          <a:xfrm>
            <a:off x="203918" y="1862954"/>
            <a:ext cx="1736982" cy="58477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BT MCMC Q</a:t>
            </a:r>
            <a:r>
              <a:rPr lang="en-US" sz="12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4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Independent, directional rates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loss, Medium gain</a:t>
            </a:r>
          </a:p>
        </p:txBody>
      </p:sp>
      <p:graphicFrame>
        <p:nvGraphicFramePr>
          <p:cNvPr id="16" name="Q4_matrix">
            <a:extLst>
              <a:ext uri="{FF2B5EF4-FFF2-40B4-BE49-F238E27FC236}">
                <a16:creationId xmlns:a16="http://schemas.microsoft.com/office/drawing/2014/main" id="{FB6E70E1-E865-0D6F-2BD6-4522D563C2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9749363"/>
              </p:ext>
            </p:extLst>
          </p:nvPr>
        </p:nvGraphicFramePr>
        <p:xfrm>
          <a:off x="112100" y="2498835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0.0654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0.0668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0.0350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0.0696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0.0330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0.0693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0.0477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0.0487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  <p:sp>
        <p:nvSpPr>
          <p:cNvPr id="19" name="Q5_label">
            <a:extLst>
              <a:ext uri="{FF2B5EF4-FFF2-40B4-BE49-F238E27FC236}">
                <a16:creationId xmlns:a16="http://schemas.microsoft.com/office/drawing/2014/main" id="{9C0E1487-F74B-AA28-5A51-908F438F806F}"/>
              </a:ext>
            </a:extLst>
          </p:cNvPr>
          <p:cNvSpPr txBox="1"/>
          <p:nvPr/>
        </p:nvSpPr>
        <p:spPr>
          <a:xfrm>
            <a:off x="2251362" y="1862954"/>
            <a:ext cx="1736982" cy="58477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BT MCMC Q</a:t>
            </a:r>
            <a:r>
              <a:rPr lang="en-US" sz="12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5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Independent, directional rates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loss, High gain</a:t>
            </a:r>
          </a:p>
        </p:txBody>
      </p:sp>
      <p:graphicFrame>
        <p:nvGraphicFramePr>
          <p:cNvPr id="18" name="Q5_matrix">
            <a:extLst>
              <a:ext uri="{FF2B5EF4-FFF2-40B4-BE49-F238E27FC236}">
                <a16:creationId xmlns:a16="http://schemas.microsoft.com/office/drawing/2014/main" id="{C666AC73-79F5-44D0-E878-37DD52A8C5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5094926"/>
              </p:ext>
            </p:extLst>
          </p:nvPr>
        </p:nvGraphicFramePr>
        <p:xfrm>
          <a:off x="2159544" y="2498835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0.1357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0.1356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0.0348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0.1280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0.0332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0.1334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0.0306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0.0313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  <p:sp>
        <p:nvSpPr>
          <p:cNvPr id="21" name="Q6_label">
            <a:extLst>
              <a:ext uri="{FF2B5EF4-FFF2-40B4-BE49-F238E27FC236}">
                <a16:creationId xmlns:a16="http://schemas.microsoft.com/office/drawing/2014/main" id="{20000E4E-240E-A15E-0A49-37F5FB941083}"/>
              </a:ext>
            </a:extLst>
          </p:cNvPr>
          <p:cNvSpPr txBox="1"/>
          <p:nvPr/>
        </p:nvSpPr>
        <p:spPr>
          <a:xfrm>
            <a:off x="4298807" y="1862954"/>
            <a:ext cx="1736982" cy="58477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BT MCMC Q</a:t>
            </a:r>
            <a:r>
              <a:rPr lang="en-US" sz="12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6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Independent, directional rates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Medium loss, High gain</a:t>
            </a:r>
          </a:p>
        </p:txBody>
      </p:sp>
      <p:graphicFrame>
        <p:nvGraphicFramePr>
          <p:cNvPr id="20" name="Q6_matrix">
            <a:extLst>
              <a:ext uri="{FF2B5EF4-FFF2-40B4-BE49-F238E27FC236}">
                <a16:creationId xmlns:a16="http://schemas.microsoft.com/office/drawing/2014/main" id="{76A56DCA-4BEF-9165-22DE-F720675239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2022400"/>
              </p:ext>
            </p:extLst>
          </p:nvPr>
        </p:nvGraphicFramePr>
        <p:xfrm>
          <a:off x="4206989" y="2498835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0.1298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0.1291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0.0737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0.1288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0.0737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0.1301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0.0714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0.0733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  <p:sp>
        <p:nvSpPr>
          <p:cNvPr id="23" name="Q7_label">
            <a:extLst>
              <a:ext uri="{FF2B5EF4-FFF2-40B4-BE49-F238E27FC236}">
                <a16:creationId xmlns:a16="http://schemas.microsoft.com/office/drawing/2014/main" id="{EF4EDBD9-FB1D-F7AB-CE56-9CB7A713274C}"/>
              </a:ext>
            </a:extLst>
          </p:cNvPr>
          <p:cNvSpPr txBox="1"/>
          <p:nvPr/>
        </p:nvSpPr>
        <p:spPr>
          <a:xfrm>
            <a:off x="203918" y="3683250"/>
            <a:ext cx="1736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BT MCMC Q</a:t>
            </a:r>
            <a:r>
              <a:rPr lang="en-US" sz="12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7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dependency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rates</a:t>
            </a:r>
          </a:p>
        </p:txBody>
      </p:sp>
      <p:sp>
        <p:nvSpPr>
          <p:cNvPr id="25" name="Q8_label">
            <a:extLst>
              <a:ext uri="{FF2B5EF4-FFF2-40B4-BE49-F238E27FC236}">
                <a16:creationId xmlns:a16="http://schemas.microsoft.com/office/drawing/2014/main" id="{71751F22-8A13-3103-EA3D-AE7435381021}"/>
              </a:ext>
            </a:extLst>
          </p:cNvPr>
          <p:cNvSpPr txBox="1"/>
          <p:nvPr/>
        </p:nvSpPr>
        <p:spPr>
          <a:xfrm>
            <a:off x="2251367" y="3682791"/>
            <a:ext cx="17369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BT MCMC Q</a:t>
            </a:r>
            <a:r>
              <a:rPr lang="en-US" sz="12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8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dependency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Medium rates</a:t>
            </a:r>
          </a:p>
        </p:txBody>
      </p:sp>
      <p:sp>
        <p:nvSpPr>
          <p:cNvPr id="27" name="Q9_label">
            <a:extLst>
              <a:ext uri="{FF2B5EF4-FFF2-40B4-BE49-F238E27FC236}">
                <a16:creationId xmlns:a16="http://schemas.microsoft.com/office/drawing/2014/main" id="{53B2C48D-AC47-7474-5C3F-FFC79490B7CE}"/>
              </a:ext>
            </a:extLst>
          </p:cNvPr>
          <p:cNvSpPr txBox="1"/>
          <p:nvPr/>
        </p:nvSpPr>
        <p:spPr>
          <a:xfrm>
            <a:off x="4305551" y="3682791"/>
            <a:ext cx="17369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BT MCMC Q</a:t>
            </a:r>
            <a:r>
              <a:rPr lang="en-US" sz="12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9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dependency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High rates</a:t>
            </a:r>
          </a:p>
        </p:txBody>
      </p:sp>
      <p:sp>
        <p:nvSpPr>
          <p:cNvPr id="5" name="Q10_label">
            <a:extLst>
              <a:ext uri="{FF2B5EF4-FFF2-40B4-BE49-F238E27FC236}">
                <a16:creationId xmlns:a16="http://schemas.microsoft.com/office/drawing/2014/main" id="{95484D3A-FFE3-4B7F-D2DB-130E1EDCD92E}"/>
              </a:ext>
            </a:extLst>
          </p:cNvPr>
          <p:cNvSpPr txBox="1"/>
          <p:nvPr/>
        </p:nvSpPr>
        <p:spPr>
          <a:xfrm>
            <a:off x="203920" y="5463965"/>
            <a:ext cx="17369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BT MCMC Q</a:t>
            </a:r>
            <a:r>
              <a:rPr lang="en-US" sz="12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10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High dependency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rates</a:t>
            </a:r>
          </a:p>
        </p:txBody>
      </p:sp>
      <p:sp>
        <p:nvSpPr>
          <p:cNvPr id="7" name="Q11_label">
            <a:extLst>
              <a:ext uri="{FF2B5EF4-FFF2-40B4-BE49-F238E27FC236}">
                <a16:creationId xmlns:a16="http://schemas.microsoft.com/office/drawing/2014/main" id="{2159C74A-8708-C71D-0516-10AB7C7EECCF}"/>
              </a:ext>
            </a:extLst>
          </p:cNvPr>
          <p:cNvSpPr txBox="1"/>
          <p:nvPr/>
        </p:nvSpPr>
        <p:spPr>
          <a:xfrm>
            <a:off x="2251362" y="5459625"/>
            <a:ext cx="1736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BT MCMC Q</a:t>
            </a:r>
            <a:r>
              <a:rPr lang="en-US" sz="12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11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High dependency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Medium rates</a:t>
            </a:r>
          </a:p>
        </p:txBody>
      </p:sp>
      <p:sp>
        <p:nvSpPr>
          <p:cNvPr id="14" name="Q12_label">
            <a:extLst>
              <a:ext uri="{FF2B5EF4-FFF2-40B4-BE49-F238E27FC236}">
                <a16:creationId xmlns:a16="http://schemas.microsoft.com/office/drawing/2014/main" id="{D4703282-7DBB-8F50-9D09-59DA18E50530}"/>
              </a:ext>
            </a:extLst>
          </p:cNvPr>
          <p:cNvSpPr txBox="1"/>
          <p:nvPr/>
        </p:nvSpPr>
        <p:spPr>
          <a:xfrm>
            <a:off x="4305549" y="5456880"/>
            <a:ext cx="17302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BT MCMC Q</a:t>
            </a:r>
            <a:r>
              <a:rPr lang="en-US" sz="12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12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High dependency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High rates</a:t>
            </a:r>
          </a:p>
        </p:txBody>
      </p:sp>
      <p:graphicFrame>
        <p:nvGraphicFramePr>
          <p:cNvPr id="2" name="Q1_matrix">
            <a:extLst>
              <a:ext uri="{FF2B5EF4-FFF2-40B4-BE49-F238E27FC236}">
                <a16:creationId xmlns:a16="http://schemas.microsoft.com/office/drawing/2014/main" id="{8E746F20-A09D-8FC5-5DAB-1557D45344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1552674"/>
              </p:ext>
            </p:extLst>
          </p:nvPr>
        </p:nvGraphicFramePr>
        <p:xfrm>
          <a:off x="112100" y="4280011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0.0305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0.0161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0.0473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0.0531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0.1193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0.0943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0.3621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0.2586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  <p:graphicFrame>
        <p:nvGraphicFramePr>
          <p:cNvPr id="15" name="Q2_matrix">
            <a:extLst>
              <a:ext uri="{FF2B5EF4-FFF2-40B4-BE49-F238E27FC236}">
                <a16:creationId xmlns:a16="http://schemas.microsoft.com/office/drawing/2014/main" id="{7A160BDA-0AE0-BEB6-C4AE-78F90DE504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9405773"/>
              </p:ext>
            </p:extLst>
          </p:nvPr>
        </p:nvGraphicFramePr>
        <p:xfrm>
          <a:off x="2159545" y="4280011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0.0744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0.0348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0.0872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0.0801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0.1032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0.0925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0.1143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0.0550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  <p:graphicFrame>
        <p:nvGraphicFramePr>
          <p:cNvPr id="28" name="Q3_matrix">
            <a:extLst>
              <a:ext uri="{FF2B5EF4-FFF2-40B4-BE49-F238E27FC236}">
                <a16:creationId xmlns:a16="http://schemas.microsoft.com/office/drawing/2014/main" id="{9488D226-F882-2FCE-0ED8-8BA28C1985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238882"/>
              </p:ext>
            </p:extLst>
          </p:nvPr>
        </p:nvGraphicFramePr>
        <p:xfrm>
          <a:off x="4206990" y="4280011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0.1477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0.0657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0.1657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0.1481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0.1838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0.1575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0.1704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0.0754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  <p:graphicFrame>
        <p:nvGraphicFramePr>
          <p:cNvPr id="29" name="Q1_matrix">
            <a:extLst>
              <a:ext uri="{FF2B5EF4-FFF2-40B4-BE49-F238E27FC236}">
                <a16:creationId xmlns:a16="http://schemas.microsoft.com/office/drawing/2014/main" id="{DAAFBE32-F034-6984-10AB-C654003047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669008"/>
              </p:ext>
            </p:extLst>
          </p:nvPr>
        </p:nvGraphicFramePr>
        <p:xfrm>
          <a:off x="112100" y="6048737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0.0324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0.0079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0.0442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0.0605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2.2958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0.8720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0.6499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0.3586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  <p:graphicFrame>
        <p:nvGraphicFramePr>
          <p:cNvPr id="30" name="Q2_matrix">
            <a:extLst>
              <a:ext uri="{FF2B5EF4-FFF2-40B4-BE49-F238E27FC236}">
                <a16:creationId xmlns:a16="http://schemas.microsoft.com/office/drawing/2014/main" id="{A0E9913E-2C06-0533-2910-70CAB3E28C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6711224"/>
              </p:ext>
            </p:extLst>
          </p:nvPr>
        </p:nvGraphicFramePr>
        <p:xfrm>
          <a:off x="2159545" y="6048737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0.0817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0.0128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0.0937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0.0880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0.6492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0.3705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0.1435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0.0379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  <p:graphicFrame>
        <p:nvGraphicFramePr>
          <p:cNvPr id="31" name="Q3_matrix">
            <a:extLst>
              <a:ext uri="{FF2B5EF4-FFF2-40B4-BE49-F238E27FC236}">
                <a16:creationId xmlns:a16="http://schemas.microsoft.com/office/drawing/2014/main" id="{1079DF14-8A65-B53E-369D-A3A7E595DE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0914387"/>
              </p:ext>
            </p:extLst>
          </p:nvPr>
        </p:nvGraphicFramePr>
        <p:xfrm>
          <a:off x="4206990" y="6048737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0.1598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0.0220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0.1785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0.1588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0.4427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0.3666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0.1931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0.0310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4748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12BF6-C873-E902-46C2-D04B9FFBB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Q1_label">
            <a:extLst>
              <a:ext uri="{FF2B5EF4-FFF2-40B4-BE49-F238E27FC236}">
                <a16:creationId xmlns:a16="http://schemas.microsoft.com/office/drawing/2014/main" id="{D16AA0B4-21AA-2FDA-65C1-BCA73FDFD260}"/>
              </a:ext>
            </a:extLst>
          </p:cNvPr>
          <p:cNvSpPr txBox="1"/>
          <p:nvPr/>
        </p:nvSpPr>
        <p:spPr>
          <a:xfrm>
            <a:off x="203916" y="67486"/>
            <a:ext cx="17369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BT RJ Q</a:t>
            </a:r>
            <a:r>
              <a:rPr lang="en-US" sz="12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1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Independent, equal rates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rates</a:t>
            </a:r>
          </a:p>
        </p:txBody>
      </p:sp>
      <p:graphicFrame>
        <p:nvGraphicFramePr>
          <p:cNvPr id="4" name="Q1_matrix">
            <a:extLst>
              <a:ext uri="{FF2B5EF4-FFF2-40B4-BE49-F238E27FC236}">
                <a16:creationId xmlns:a16="http://schemas.microsoft.com/office/drawing/2014/main" id="{E12FBFA9-133B-7017-9FBB-F851052B4F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3491162"/>
              </p:ext>
            </p:extLst>
          </p:nvPr>
        </p:nvGraphicFramePr>
        <p:xfrm>
          <a:off x="112100" y="697268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0.0260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0.0260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0.0217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0.0238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0.0224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0.0238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0.0145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0.0107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  <p:sp>
        <p:nvSpPr>
          <p:cNvPr id="11" name="Q2_label">
            <a:extLst>
              <a:ext uri="{FF2B5EF4-FFF2-40B4-BE49-F238E27FC236}">
                <a16:creationId xmlns:a16="http://schemas.microsoft.com/office/drawing/2014/main" id="{000F1D64-0DB7-CB1A-A91A-043C824593C8}"/>
              </a:ext>
            </a:extLst>
          </p:cNvPr>
          <p:cNvSpPr txBox="1"/>
          <p:nvPr/>
        </p:nvSpPr>
        <p:spPr>
          <a:xfrm>
            <a:off x="2251362" y="67486"/>
            <a:ext cx="17369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BT RJ Q</a:t>
            </a:r>
            <a:r>
              <a:rPr lang="en-US" sz="1200" b="1" i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2</a:t>
            </a:r>
            <a:endParaRPr lang="en-US" sz="1200" b="1" baseline="-25000" dirty="0">
              <a:latin typeface="Arial" panose="020B0604020202020204" pitchFamily="34" charset="0"/>
              <a:ea typeface="Cambria Math" panose="02040503050406030204" pitchFamily="18" charset="0"/>
              <a:cs typeface="Arial" panose="020B0604020202020204" pitchFamily="34" charset="0"/>
            </a:endParaRP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Independent, equal rates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Medium rates</a:t>
            </a:r>
          </a:p>
        </p:txBody>
      </p:sp>
      <p:graphicFrame>
        <p:nvGraphicFramePr>
          <p:cNvPr id="10" name="Q2_matrix">
            <a:extLst>
              <a:ext uri="{FF2B5EF4-FFF2-40B4-BE49-F238E27FC236}">
                <a16:creationId xmlns:a16="http://schemas.microsoft.com/office/drawing/2014/main" id="{E3ABF774-7CCB-F564-B6A6-2886E51518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7117668"/>
              </p:ext>
            </p:extLst>
          </p:nvPr>
        </p:nvGraphicFramePr>
        <p:xfrm>
          <a:off x="2159545" y="697268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0.0639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0.0640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0.0631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0.0634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0.0629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0.0633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0.0600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0.0604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  <p:sp>
        <p:nvSpPr>
          <p:cNvPr id="13" name="Q3_label">
            <a:extLst>
              <a:ext uri="{FF2B5EF4-FFF2-40B4-BE49-F238E27FC236}">
                <a16:creationId xmlns:a16="http://schemas.microsoft.com/office/drawing/2014/main" id="{40561A38-61E5-6692-FF08-B1AF2641D492}"/>
              </a:ext>
            </a:extLst>
          </p:cNvPr>
          <p:cNvSpPr txBox="1"/>
          <p:nvPr/>
        </p:nvSpPr>
        <p:spPr>
          <a:xfrm>
            <a:off x="4305547" y="67486"/>
            <a:ext cx="17302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BT RJ Q</a:t>
            </a:r>
            <a:r>
              <a:rPr lang="en-US" sz="1200" b="1" i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3</a:t>
            </a:r>
            <a:endParaRPr lang="en-US" sz="1200" b="1" baseline="-25000" dirty="0">
              <a:latin typeface="Arial" panose="020B0604020202020204" pitchFamily="34" charset="0"/>
              <a:ea typeface="Cambria Math" panose="02040503050406030204" pitchFamily="18" charset="0"/>
              <a:cs typeface="Arial" panose="020B0604020202020204" pitchFamily="34" charset="0"/>
            </a:endParaRP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Independent, equal rates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High rates</a:t>
            </a:r>
          </a:p>
        </p:txBody>
      </p:sp>
      <p:graphicFrame>
        <p:nvGraphicFramePr>
          <p:cNvPr id="12" name="Q3_matrix">
            <a:extLst>
              <a:ext uri="{FF2B5EF4-FFF2-40B4-BE49-F238E27FC236}">
                <a16:creationId xmlns:a16="http://schemas.microsoft.com/office/drawing/2014/main" id="{3B078779-3560-418E-BBC1-564871DBF4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580460"/>
              </p:ext>
            </p:extLst>
          </p:nvPr>
        </p:nvGraphicFramePr>
        <p:xfrm>
          <a:off x="4206990" y="697268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0.1256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0.1256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0.1253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0.1253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0.1254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0.1253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0.1244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0.1246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  <p:sp>
        <p:nvSpPr>
          <p:cNvPr id="17" name="Q4_label">
            <a:extLst>
              <a:ext uri="{FF2B5EF4-FFF2-40B4-BE49-F238E27FC236}">
                <a16:creationId xmlns:a16="http://schemas.microsoft.com/office/drawing/2014/main" id="{B4B956D9-49DB-DE5A-0923-FF40EB3ACCA9}"/>
              </a:ext>
            </a:extLst>
          </p:cNvPr>
          <p:cNvSpPr txBox="1"/>
          <p:nvPr/>
        </p:nvSpPr>
        <p:spPr>
          <a:xfrm>
            <a:off x="203918" y="1862954"/>
            <a:ext cx="1736982" cy="58477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BT RJ Q</a:t>
            </a:r>
            <a:r>
              <a:rPr lang="en-US" sz="12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4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Independent, directional rates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loss, Medium gain</a:t>
            </a:r>
          </a:p>
        </p:txBody>
      </p:sp>
      <p:graphicFrame>
        <p:nvGraphicFramePr>
          <p:cNvPr id="16" name="Q4_matrix">
            <a:extLst>
              <a:ext uri="{FF2B5EF4-FFF2-40B4-BE49-F238E27FC236}">
                <a16:creationId xmlns:a16="http://schemas.microsoft.com/office/drawing/2014/main" id="{B57F4312-D045-8C62-AC2B-00890AFACA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0882971"/>
              </p:ext>
            </p:extLst>
          </p:nvPr>
        </p:nvGraphicFramePr>
        <p:xfrm>
          <a:off x="112100" y="2498835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0.0572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0.0571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0.0512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0.0566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0.0511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0.0568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0.0442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0.0454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  <p:sp>
        <p:nvSpPr>
          <p:cNvPr id="19" name="Q5_label">
            <a:extLst>
              <a:ext uri="{FF2B5EF4-FFF2-40B4-BE49-F238E27FC236}">
                <a16:creationId xmlns:a16="http://schemas.microsoft.com/office/drawing/2014/main" id="{8D2D0D05-AB6F-64EF-F0CD-5F90A9FBC278}"/>
              </a:ext>
            </a:extLst>
          </p:cNvPr>
          <p:cNvSpPr txBox="1"/>
          <p:nvPr/>
        </p:nvSpPr>
        <p:spPr>
          <a:xfrm>
            <a:off x="2251362" y="1862954"/>
            <a:ext cx="1736982" cy="58477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BT RJ Q</a:t>
            </a:r>
            <a:r>
              <a:rPr lang="en-US" sz="12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5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Independent, directional rates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loss, High gain</a:t>
            </a:r>
          </a:p>
        </p:txBody>
      </p:sp>
      <p:graphicFrame>
        <p:nvGraphicFramePr>
          <p:cNvPr id="18" name="Q5_matrix">
            <a:extLst>
              <a:ext uri="{FF2B5EF4-FFF2-40B4-BE49-F238E27FC236}">
                <a16:creationId xmlns:a16="http://schemas.microsoft.com/office/drawing/2014/main" id="{C4FE79BA-1D90-6CB0-3108-DE9B428D7F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8808141"/>
              </p:ext>
            </p:extLst>
          </p:nvPr>
        </p:nvGraphicFramePr>
        <p:xfrm>
          <a:off x="2159544" y="2498835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0.1171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0.1177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0.0289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0.1183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0.0281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0.1188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0.0287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0.0292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  <p:sp>
        <p:nvSpPr>
          <p:cNvPr id="21" name="Q6_label">
            <a:extLst>
              <a:ext uri="{FF2B5EF4-FFF2-40B4-BE49-F238E27FC236}">
                <a16:creationId xmlns:a16="http://schemas.microsoft.com/office/drawing/2014/main" id="{B60133A9-D19F-73CD-F322-1017364A49F9}"/>
              </a:ext>
            </a:extLst>
          </p:cNvPr>
          <p:cNvSpPr txBox="1"/>
          <p:nvPr/>
        </p:nvSpPr>
        <p:spPr>
          <a:xfrm>
            <a:off x="4298807" y="1862954"/>
            <a:ext cx="1736982" cy="58477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BT RJ Q</a:t>
            </a:r>
            <a:r>
              <a:rPr lang="en-US" sz="12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6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Independent, directional rates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Medium loss, High gain</a:t>
            </a:r>
          </a:p>
        </p:txBody>
      </p:sp>
      <p:graphicFrame>
        <p:nvGraphicFramePr>
          <p:cNvPr id="20" name="Q6_matrix">
            <a:extLst>
              <a:ext uri="{FF2B5EF4-FFF2-40B4-BE49-F238E27FC236}">
                <a16:creationId xmlns:a16="http://schemas.microsoft.com/office/drawing/2014/main" id="{5F25D9C4-51DA-EFC5-35B7-D380667A80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7992505"/>
              </p:ext>
            </p:extLst>
          </p:nvPr>
        </p:nvGraphicFramePr>
        <p:xfrm>
          <a:off x="4206989" y="2498835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0.1043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0.1040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0.0985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0.1039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0.0981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0.1043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0.0966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0.0967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  <p:sp>
        <p:nvSpPr>
          <p:cNvPr id="23" name="Q7_label">
            <a:extLst>
              <a:ext uri="{FF2B5EF4-FFF2-40B4-BE49-F238E27FC236}">
                <a16:creationId xmlns:a16="http://schemas.microsoft.com/office/drawing/2014/main" id="{3985586D-6A3C-06DB-C928-2E4B02AA45BA}"/>
              </a:ext>
            </a:extLst>
          </p:cNvPr>
          <p:cNvSpPr txBox="1"/>
          <p:nvPr/>
        </p:nvSpPr>
        <p:spPr>
          <a:xfrm>
            <a:off x="203918" y="3683250"/>
            <a:ext cx="1736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BT RJ Q</a:t>
            </a:r>
            <a:r>
              <a:rPr lang="en-US" sz="12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7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dependency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rates</a:t>
            </a:r>
          </a:p>
        </p:txBody>
      </p:sp>
      <p:sp>
        <p:nvSpPr>
          <p:cNvPr id="25" name="Q8_label">
            <a:extLst>
              <a:ext uri="{FF2B5EF4-FFF2-40B4-BE49-F238E27FC236}">
                <a16:creationId xmlns:a16="http://schemas.microsoft.com/office/drawing/2014/main" id="{EE2FB81D-8729-3F63-71B6-1AC9C5678131}"/>
              </a:ext>
            </a:extLst>
          </p:cNvPr>
          <p:cNvSpPr txBox="1"/>
          <p:nvPr/>
        </p:nvSpPr>
        <p:spPr>
          <a:xfrm>
            <a:off x="2251367" y="3682791"/>
            <a:ext cx="17369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BT RJ Q</a:t>
            </a:r>
            <a:r>
              <a:rPr lang="en-US" sz="12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8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dependency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Medium rates</a:t>
            </a:r>
          </a:p>
        </p:txBody>
      </p:sp>
      <p:sp>
        <p:nvSpPr>
          <p:cNvPr id="27" name="Q9_label">
            <a:extLst>
              <a:ext uri="{FF2B5EF4-FFF2-40B4-BE49-F238E27FC236}">
                <a16:creationId xmlns:a16="http://schemas.microsoft.com/office/drawing/2014/main" id="{8A251CD9-673B-E707-8188-CA6D92BE9FB9}"/>
              </a:ext>
            </a:extLst>
          </p:cNvPr>
          <p:cNvSpPr txBox="1"/>
          <p:nvPr/>
        </p:nvSpPr>
        <p:spPr>
          <a:xfrm>
            <a:off x="4305551" y="3682791"/>
            <a:ext cx="17369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BT RJ Q</a:t>
            </a:r>
            <a:r>
              <a:rPr lang="en-US" sz="12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9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dependency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High rates</a:t>
            </a:r>
          </a:p>
        </p:txBody>
      </p:sp>
      <p:sp>
        <p:nvSpPr>
          <p:cNvPr id="5" name="Q10_label">
            <a:extLst>
              <a:ext uri="{FF2B5EF4-FFF2-40B4-BE49-F238E27FC236}">
                <a16:creationId xmlns:a16="http://schemas.microsoft.com/office/drawing/2014/main" id="{398EF8CF-28BC-E1EA-1C26-33A4D4D5C523}"/>
              </a:ext>
            </a:extLst>
          </p:cNvPr>
          <p:cNvSpPr txBox="1"/>
          <p:nvPr/>
        </p:nvSpPr>
        <p:spPr>
          <a:xfrm>
            <a:off x="203920" y="5463965"/>
            <a:ext cx="17369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BT RJ Q</a:t>
            </a:r>
            <a:r>
              <a:rPr lang="en-US" sz="12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10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High dependency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rates</a:t>
            </a:r>
          </a:p>
        </p:txBody>
      </p:sp>
      <p:sp>
        <p:nvSpPr>
          <p:cNvPr id="7" name="Q11_label">
            <a:extLst>
              <a:ext uri="{FF2B5EF4-FFF2-40B4-BE49-F238E27FC236}">
                <a16:creationId xmlns:a16="http://schemas.microsoft.com/office/drawing/2014/main" id="{88A70C09-2AD7-C5F8-3CDD-3F51E34110D5}"/>
              </a:ext>
            </a:extLst>
          </p:cNvPr>
          <p:cNvSpPr txBox="1"/>
          <p:nvPr/>
        </p:nvSpPr>
        <p:spPr>
          <a:xfrm>
            <a:off x="2251362" y="5459625"/>
            <a:ext cx="1736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BT RJ Q</a:t>
            </a:r>
            <a:r>
              <a:rPr lang="en-US" sz="12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11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High dependency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Medium rates</a:t>
            </a:r>
          </a:p>
        </p:txBody>
      </p:sp>
      <p:sp>
        <p:nvSpPr>
          <p:cNvPr id="14" name="Q12_label">
            <a:extLst>
              <a:ext uri="{FF2B5EF4-FFF2-40B4-BE49-F238E27FC236}">
                <a16:creationId xmlns:a16="http://schemas.microsoft.com/office/drawing/2014/main" id="{B4C7886B-D6D7-1B41-30D9-99386F196E99}"/>
              </a:ext>
            </a:extLst>
          </p:cNvPr>
          <p:cNvSpPr txBox="1"/>
          <p:nvPr/>
        </p:nvSpPr>
        <p:spPr>
          <a:xfrm>
            <a:off x="4305549" y="5456880"/>
            <a:ext cx="17302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BT RJ Q</a:t>
            </a:r>
            <a:r>
              <a:rPr lang="en-US" sz="12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12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High dependency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High rates</a:t>
            </a:r>
          </a:p>
        </p:txBody>
      </p:sp>
      <p:graphicFrame>
        <p:nvGraphicFramePr>
          <p:cNvPr id="2" name="Q1_matrix">
            <a:extLst>
              <a:ext uri="{FF2B5EF4-FFF2-40B4-BE49-F238E27FC236}">
                <a16:creationId xmlns:a16="http://schemas.microsoft.com/office/drawing/2014/main" id="{8653E11C-3BF8-0B33-4AB8-DB733E582C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7014343"/>
              </p:ext>
            </p:extLst>
          </p:nvPr>
        </p:nvGraphicFramePr>
        <p:xfrm>
          <a:off x="112100" y="4280011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0.0240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0.0227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0.0217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0.0227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0.0175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0.0187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0.0111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  <p:graphicFrame>
        <p:nvGraphicFramePr>
          <p:cNvPr id="15" name="Q2_matrix">
            <a:extLst>
              <a:ext uri="{FF2B5EF4-FFF2-40B4-BE49-F238E27FC236}">
                <a16:creationId xmlns:a16="http://schemas.microsoft.com/office/drawing/2014/main" id="{3D78301C-6E25-93EA-A1BF-6873671DE2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7216882"/>
              </p:ext>
            </p:extLst>
          </p:nvPr>
        </p:nvGraphicFramePr>
        <p:xfrm>
          <a:off x="2159545" y="4280011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0.0615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0.0563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0.0607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0.0606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0.0582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0.0587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0.0562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0.0415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  <p:graphicFrame>
        <p:nvGraphicFramePr>
          <p:cNvPr id="28" name="Q3_matrix">
            <a:extLst>
              <a:ext uri="{FF2B5EF4-FFF2-40B4-BE49-F238E27FC236}">
                <a16:creationId xmlns:a16="http://schemas.microsoft.com/office/drawing/2014/main" id="{652F0CB6-B756-1A4E-D951-C4FA1FE574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1247855"/>
              </p:ext>
            </p:extLst>
          </p:nvPr>
        </p:nvGraphicFramePr>
        <p:xfrm>
          <a:off x="4206990" y="4280011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0.1289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0.1081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0.1296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0.1277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0.1274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0.1249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0.1267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0.1032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  <p:graphicFrame>
        <p:nvGraphicFramePr>
          <p:cNvPr id="29" name="Q1_matrix">
            <a:extLst>
              <a:ext uri="{FF2B5EF4-FFF2-40B4-BE49-F238E27FC236}">
                <a16:creationId xmlns:a16="http://schemas.microsoft.com/office/drawing/2014/main" id="{D8B7850B-8E36-9AEB-6B3B-CBDA14955A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0919364"/>
              </p:ext>
            </p:extLst>
          </p:nvPr>
        </p:nvGraphicFramePr>
        <p:xfrm>
          <a:off x="112100" y="6048737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0.0330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0.0290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0.0322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0.0236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0.0140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0.0059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  <p:graphicFrame>
        <p:nvGraphicFramePr>
          <p:cNvPr id="30" name="Q2_matrix">
            <a:extLst>
              <a:ext uri="{FF2B5EF4-FFF2-40B4-BE49-F238E27FC236}">
                <a16:creationId xmlns:a16="http://schemas.microsoft.com/office/drawing/2014/main" id="{4A207230-D9C6-4D21-7D23-ED0B505403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8274861"/>
              </p:ext>
            </p:extLst>
          </p:nvPr>
        </p:nvGraphicFramePr>
        <p:xfrm>
          <a:off x="2159545" y="6048737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0.0843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0.0841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0.0843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0.0545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0.0739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0.0765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0.0670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  <p:graphicFrame>
        <p:nvGraphicFramePr>
          <p:cNvPr id="31" name="Q3_matrix">
            <a:extLst>
              <a:ext uri="{FF2B5EF4-FFF2-40B4-BE49-F238E27FC236}">
                <a16:creationId xmlns:a16="http://schemas.microsoft.com/office/drawing/2014/main" id="{09D1425A-CA8A-DF58-C616-B6B8A84E8A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5159819"/>
              </p:ext>
            </p:extLst>
          </p:nvPr>
        </p:nvGraphicFramePr>
        <p:xfrm>
          <a:off x="4206990" y="6048737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0.1625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0.0005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0.1623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0.1623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0.1535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0.1510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0.1604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0.0169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67891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1615</TotalTime>
  <Words>2422</Words>
  <Application>Microsoft Office PowerPoint</Application>
  <PresentationFormat>Custom</PresentationFormat>
  <Paragraphs>1332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Arial</vt:lpstr>
      <vt:lpstr>Calibri</vt:lpstr>
      <vt:lpstr>Calibri Light</vt:lpstr>
      <vt:lpstr>Cambria Math</vt:lpstr>
      <vt:lpstr>Office 2013 - 2022 Theme</vt:lpstr>
      <vt:lpstr>All estimated from medians of rates estimated from the first 1000, 500-tip, single-prediction trials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Kevin Surya</dc:creator>
  <cp:lastModifiedBy>Prall, John</cp:lastModifiedBy>
  <cp:revision>30</cp:revision>
  <dcterms:created xsi:type="dcterms:W3CDTF">2024-10-20T22:17:39Z</dcterms:created>
  <dcterms:modified xsi:type="dcterms:W3CDTF">2026-05-11T15:40:04Z</dcterms:modified>
</cp:coreProperties>
</file>