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218238" cy="7132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BB08A-5D80-4047-86C5-B6E2E5FBD82A}" v="9" dt="2024-11-29T14:02:33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6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gan, Christopher" userId="6a7169e7-15dd-40dc-87fd-3e6af76c0f35" providerId="ADAL" clId="{13BBB08A-5D80-4047-86C5-B6E2E5FBD82A}"/>
    <pc:docChg chg="undo custSel modSld modMainMaster">
      <pc:chgData name="Organ, Christopher" userId="6a7169e7-15dd-40dc-87fd-3e6af76c0f35" providerId="ADAL" clId="{13BBB08A-5D80-4047-86C5-B6E2E5FBD82A}" dt="2024-11-29T15:18:33.533" v="291" actId="20577"/>
      <pc:docMkLst>
        <pc:docMk/>
      </pc:docMkLst>
      <pc:sldChg chg="addSp delSp modSp mod">
        <pc:chgData name="Organ, Christopher" userId="6a7169e7-15dd-40dc-87fd-3e6af76c0f35" providerId="ADAL" clId="{13BBB08A-5D80-4047-86C5-B6E2E5FBD82A}" dt="2024-11-29T15:18:33.533" v="291" actId="20577"/>
        <pc:sldMkLst>
          <pc:docMk/>
          <pc:sldMk cId="2390703491" sldId="256"/>
        </pc:sldMkLst>
        <pc:spChg chg="mod">
          <ac:chgData name="Organ, Christopher" userId="6a7169e7-15dd-40dc-87fd-3e6af76c0f35" providerId="ADAL" clId="{13BBB08A-5D80-4047-86C5-B6E2E5FBD82A}" dt="2024-11-29T15:18:25.935" v="282" actId="20577"/>
          <ac:spMkLst>
            <pc:docMk/>
            <pc:sldMk cId="2390703491" sldId="256"/>
            <ac:spMk id="5" creationId="{243EBA32-A0AA-DF60-AABD-55BF028E7A99}"/>
          </ac:spMkLst>
        </pc:spChg>
        <pc:spChg chg="mod">
          <ac:chgData name="Organ, Christopher" userId="6a7169e7-15dd-40dc-87fd-3e6af76c0f35" providerId="ADAL" clId="{13BBB08A-5D80-4047-86C5-B6E2E5FBD82A}" dt="2024-11-29T15:18:30.121" v="288" actId="20577"/>
          <ac:spMkLst>
            <pc:docMk/>
            <pc:sldMk cId="2390703491" sldId="256"/>
            <ac:spMk id="7" creationId="{EC9E989E-7324-212A-BC7C-90A6A3AB7FF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9" creationId="{4542A717-4BC4-D84D-9AFF-E289FE9A1F86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1" creationId="{DCD89405-1914-E436-2CA1-22F2CFF76BA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3" creationId="{52B13BD7-EB81-0818-2C53-64CB06156E8A}"/>
          </ac:spMkLst>
        </pc:spChg>
        <pc:spChg chg="mod">
          <ac:chgData name="Organ, Christopher" userId="6a7169e7-15dd-40dc-87fd-3e6af76c0f35" providerId="ADAL" clId="{13BBB08A-5D80-4047-86C5-B6E2E5FBD82A}" dt="2024-11-29T15:18:33.533" v="291" actId="20577"/>
          <ac:spMkLst>
            <pc:docMk/>
            <pc:sldMk cId="2390703491" sldId="256"/>
            <ac:spMk id="14" creationId="{B5E597B3-F585-23BC-9932-5A66C91DAF44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7" creationId="{24632FFE-9749-06D6-9C2C-DE4E314A3FA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9" creationId="{208FFB8B-04CC-D6F6-0214-01EA89E0FEBC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21" creationId="{674A2FE5-066F-D9A4-766E-9EB25F83CE3B}"/>
          </ac:spMkLst>
        </pc:spChg>
        <pc:spChg chg="mod">
          <ac:chgData name="Organ, Christopher" userId="6a7169e7-15dd-40dc-87fd-3e6af76c0f35" providerId="ADAL" clId="{13BBB08A-5D80-4047-86C5-B6E2E5FBD82A}" dt="2024-11-29T15:18:10.836" v="270" actId="20577"/>
          <ac:spMkLst>
            <pc:docMk/>
            <pc:sldMk cId="2390703491" sldId="256"/>
            <ac:spMk id="23" creationId="{0D2B8944-175A-C6EB-E355-E2FCEAAFAA75}"/>
          </ac:spMkLst>
        </pc:spChg>
        <pc:spChg chg="mod">
          <ac:chgData name="Organ, Christopher" userId="6a7169e7-15dd-40dc-87fd-3e6af76c0f35" providerId="ADAL" clId="{13BBB08A-5D80-4047-86C5-B6E2E5FBD82A}" dt="2024-11-29T15:18:14.321" v="276" actId="20577"/>
          <ac:spMkLst>
            <pc:docMk/>
            <pc:sldMk cId="2390703491" sldId="256"/>
            <ac:spMk id="25" creationId="{8EBF2576-8D21-8CF8-7621-CC7B11DA6B4B}"/>
          </ac:spMkLst>
        </pc:spChg>
        <pc:spChg chg="mod">
          <ac:chgData name="Organ, Christopher" userId="6a7169e7-15dd-40dc-87fd-3e6af76c0f35" providerId="ADAL" clId="{13BBB08A-5D80-4047-86C5-B6E2E5FBD82A}" dt="2024-11-29T15:18:19.278" v="279" actId="20577"/>
          <ac:spMkLst>
            <pc:docMk/>
            <pc:sldMk cId="2390703491" sldId="256"/>
            <ac:spMk id="27" creationId="{FDDC1F66-51A3-5753-5ECC-E105BA372183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2" creationId="{1F8E454D-D95B-6171-B48A-384C9CD7FB66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3" creationId="{03C4BAED-25F6-7F88-5BDE-E706B264698A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4" creationId="{5DF20240-EB4F-AE82-2C43-95FB47265253}"/>
          </ac:spMkLst>
        </pc:sp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" creationId="{486BC46E-8898-031E-2A03-5B9602F62E3A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3" creationId="{6E8D5293-2FB6-3899-B90E-D1250A4CB984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4" creationId="{A9E346A8-B607-4EA6-5B81-C77F71F0F74C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6" creationId="{7448390E-7417-CC2A-29AD-81661E4FAA4C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8" creationId="{A836BB87-D458-F734-ABB3-E3ACA29BB76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0" creationId="{999F88FE-2774-29B3-C8FD-B4EEEFEE2C8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2" creationId="{F69988F5-78F5-4F63-442A-0ACABBF84C68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5" creationId="{7D2B3D45-9774-2525-5665-6A1CECA841A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6" creationId="{CACA7763-F0D4-12ED-48CF-A231AC85A7FF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8" creationId="{71393531-CC50-624A-3F1E-674F7515BF96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0" creationId="{1CA52550-0228-9A15-D26B-E9B372BB5A9C}"/>
          </ac:graphicFrameMkLst>
        </pc:graphicFrameChg>
        <pc:graphicFrameChg chg="del modGraphic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2" creationId="{91AE848A-BD7F-37D6-522C-058406BBB488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4" creationId="{B3C7737F-5DF3-D8BB-277C-901ACE215E74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6" creationId="{9AAFA60C-85BD-FF58-4DA5-9ABA4EC642D8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8" creationId="{80C80711-6676-872E-4669-8CE7F7D9A4C6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9" creationId="{969B7EA3-F415-930B-2BBE-12F1811C0BCD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30" creationId="{D4976191-A617-0F5A-1345-CF9FE65BA5A4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31" creationId="{620C10EF-0704-5200-6E41-395A80923378}"/>
          </ac:graphicFrameMkLst>
        </pc:graphicFrameChg>
      </pc:sldChg>
      <pc:sldMasterChg chg="modSp modSldLayout">
        <pc:chgData name="Organ, Christopher" userId="6a7169e7-15dd-40dc-87fd-3e6af76c0f35" providerId="ADAL" clId="{13BBB08A-5D80-4047-86C5-B6E2E5FBD82A}" dt="2024-11-29T14:01:22.794" v="265"/>
        <pc:sldMasterMkLst>
          <pc:docMk/>
          <pc:sldMasterMk cId="2122905714" sldId="2147483672"/>
        </pc:sldMasterMkLst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2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3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4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5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6" creationId="{00000000-0000-0000-0000-000000000000}"/>
          </ac:spMkLst>
        </pc:sp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217749772" sldId="2147483673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17749772" sldId="2147483673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17749772" sldId="2147483673"/>
              <ac:spMk id="3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2486747502" sldId="2147483675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486747502" sldId="2147483675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486747502" sldId="2147483675"/>
              <ac:spMk id="3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565868422" sldId="2147483676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565868422" sldId="2147483676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565868422" sldId="2147483676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55844934" sldId="2147483677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4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5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6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1135024199" sldId="2147483680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52754380" sldId="2147483681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083356516" sldId="2147483683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083356516" sldId="2147483683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083356516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368" y="1167309"/>
            <a:ext cx="5285502" cy="2483215"/>
          </a:xfrm>
        </p:spPr>
        <p:txBody>
          <a:bodyPr anchor="b"/>
          <a:lstStyle>
            <a:lvl1pPr algn="ctr"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80" y="3746287"/>
            <a:ext cx="4663679" cy="1722069"/>
          </a:xfrm>
        </p:spPr>
        <p:txBody>
          <a:bodyPr/>
          <a:lstStyle>
            <a:lvl1pPr marL="0" indent="0" algn="ctr">
              <a:buNone/>
              <a:defRPr sz="1632"/>
            </a:lvl1pPr>
            <a:lvl2pPr marL="310896" indent="0" algn="ctr">
              <a:buNone/>
              <a:defRPr sz="1360"/>
            </a:lvl2pPr>
            <a:lvl3pPr marL="621792" indent="0" algn="ctr">
              <a:buNone/>
              <a:defRPr sz="1224"/>
            </a:lvl3pPr>
            <a:lvl4pPr marL="932688" indent="0" algn="ctr">
              <a:buNone/>
              <a:defRPr sz="1088"/>
            </a:lvl4pPr>
            <a:lvl5pPr marL="1243584" indent="0" algn="ctr">
              <a:buNone/>
              <a:defRPr sz="1088"/>
            </a:lvl5pPr>
            <a:lvl6pPr marL="1554480" indent="0" algn="ctr">
              <a:buNone/>
              <a:defRPr sz="1088"/>
            </a:lvl6pPr>
            <a:lvl7pPr marL="1865376" indent="0" algn="ctr">
              <a:buNone/>
              <a:defRPr sz="1088"/>
            </a:lvl7pPr>
            <a:lvl8pPr marL="2176272" indent="0" algn="ctr">
              <a:buNone/>
              <a:defRPr sz="1088"/>
            </a:lvl8pPr>
            <a:lvl9pPr marL="2487168" indent="0" algn="ctr">
              <a:buNone/>
              <a:defRPr sz="10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2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66" y="1778208"/>
            <a:ext cx="5363230" cy="2966979"/>
          </a:xfrm>
        </p:spPr>
        <p:txBody>
          <a:bodyPr anchor="b"/>
          <a:lstStyle>
            <a:lvl1pPr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266" y="4773256"/>
            <a:ext cx="5363230" cy="1560264"/>
          </a:xfrm>
        </p:spPr>
        <p:txBody>
          <a:bodyPr/>
          <a:lstStyle>
            <a:lvl1pPr marL="0" indent="0">
              <a:buNone/>
              <a:defRPr sz="1632">
                <a:solidFill>
                  <a:schemeClr val="tx1"/>
                </a:solidFill>
              </a:defRPr>
            </a:lvl1pPr>
            <a:lvl2pPr marL="310896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21792" indent="0">
              <a:buNone/>
              <a:defRPr sz="1224">
                <a:solidFill>
                  <a:schemeClr val="tx1">
                    <a:tint val="75000"/>
                  </a:schemeClr>
                </a:solidFill>
              </a:defRPr>
            </a:lvl3pPr>
            <a:lvl4pPr marL="93268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4pPr>
            <a:lvl5pPr marL="1243584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5pPr>
            <a:lvl6pPr marL="1554480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6pPr>
            <a:lvl7pPr marL="1865376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7pPr>
            <a:lvl8pPr marL="2176272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8pPr>
            <a:lvl9pPr marL="248716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504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7983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379748"/>
            <a:ext cx="5363230" cy="13786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14" y="1748487"/>
            <a:ext cx="2630606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314" y="2605394"/>
            <a:ext cx="2630606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7983" y="1748487"/>
            <a:ext cx="2643561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7983" y="2605394"/>
            <a:ext cx="2643561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7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4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6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561" y="1026969"/>
            <a:ext cx="3147983" cy="5068796"/>
          </a:xfrm>
        </p:spPr>
        <p:txBody>
          <a:bodyPr/>
          <a:lstStyle>
            <a:lvl1pPr>
              <a:defRPr sz="2176"/>
            </a:lvl1pPr>
            <a:lvl2pPr>
              <a:defRPr sz="1904"/>
            </a:lvl2pPr>
            <a:lvl3pPr>
              <a:defRPr sz="1632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43561" y="1026969"/>
            <a:ext cx="3147983" cy="5068796"/>
          </a:xfrm>
        </p:spPr>
        <p:txBody>
          <a:bodyPr anchor="t"/>
          <a:lstStyle>
            <a:lvl1pPr marL="0" indent="0">
              <a:buNone/>
              <a:defRPr sz="2176"/>
            </a:lvl1pPr>
            <a:lvl2pPr marL="310896" indent="0">
              <a:buNone/>
              <a:defRPr sz="1904"/>
            </a:lvl2pPr>
            <a:lvl3pPr marL="621792" indent="0">
              <a:buNone/>
              <a:defRPr sz="1632"/>
            </a:lvl3pPr>
            <a:lvl4pPr marL="932688" indent="0">
              <a:buNone/>
              <a:defRPr sz="1360"/>
            </a:lvl4pPr>
            <a:lvl5pPr marL="1243584" indent="0">
              <a:buNone/>
              <a:defRPr sz="1360"/>
            </a:lvl5pPr>
            <a:lvl6pPr marL="1554480" indent="0">
              <a:buNone/>
              <a:defRPr sz="1360"/>
            </a:lvl6pPr>
            <a:lvl7pPr marL="1865376" indent="0">
              <a:buNone/>
              <a:defRPr sz="1360"/>
            </a:lvl7pPr>
            <a:lvl8pPr marL="2176272" indent="0">
              <a:buNone/>
              <a:defRPr sz="1360"/>
            </a:lvl8pPr>
            <a:lvl9pPr marL="2487168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9927" y="379747"/>
            <a:ext cx="1340808" cy="60445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504" y="379747"/>
            <a:ext cx="3944695" cy="6044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04" y="379748"/>
            <a:ext cx="5363230" cy="1378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04" y="1898735"/>
            <a:ext cx="5363230" cy="4525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7504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9792" y="6610900"/>
            <a:ext cx="2098655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91630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7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1792" rtl="0" eaLnBrk="1" latinLnBrk="0" hangingPunct="1">
        <a:lnSpc>
          <a:spcPct val="90000"/>
        </a:lnSpc>
        <a:spcBef>
          <a:spcPct val="0"/>
        </a:spcBef>
        <a:buNone/>
        <a:defRPr sz="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48" indent="-155448" algn="l" defTabSz="621792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6634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8813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399032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202082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64261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31089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3pPr>
      <a:lvl4pPr marL="93268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186537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17627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4542A717-4BC4-D84D-9AFF-E289FE9A1F86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A9E346A8-B607-4EA6-5B81-C77F71F0F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26605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DCD89405-1914-E436-2CA1-22F2CFF76BAE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999F88FE-2774-29B3-C8FD-B4EEEFEE2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153012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52B13BD7-EB81-0818-2C53-64CB06156E8A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F69988F5-78F5-4F63-442A-0ACABBF84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756352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24632FFE-9749-06D6-9C2C-DE4E314A3FAE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CACA7763-F0D4-12ED-48CF-A231AC85A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073912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208FFB8B-04CC-D6F6-0214-01EA89E0FEBC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71393531-CC50-624A-3F1E-674F7515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562505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674A2FE5-066F-D9A4-766E-9EB25F83CE3B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1CA52550-0228-9A15-D26B-E9B372BB5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130008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2.30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0D2B8944-175A-C6EB-E355-E2FCEAAFAA75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25" name="Q8_label">
            <a:extLst>
              <a:ext uri="{FF2B5EF4-FFF2-40B4-BE49-F238E27FC236}">
                <a16:creationId xmlns:a16="http://schemas.microsoft.com/office/drawing/2014/main" id="{8EBF2576-8D21-8CF8-7621-CC7B11DA6B4B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27" name="Q9_label">
            <a:extLst>
              <a:ext uri="{FF2B5EF4-FFF2-40B4-BE49-F238E27FC236}">
                <a16:creationId xmlns:a16="http://schemas.microsoft.com/office/drawing/2014/main" id="{FDDC1F66-51A3-5753-5ECC-E105BA372183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sp>
        <p:nvSpPr>
          <p:cNvPr id="5" name="Q10_label">
            <a:extLst>
              <a:ext uri="{FF2B5EF4-FFF2-40B4-BE49-F238E27FC236}">
                <a16:creationId xmlns:a16="http://schemas.microsoft.com/office/drawing/2014/main" id="{243EBA32-A0AA-DF60-AABD-55BF028E7A99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7" name="Q11_label">
            <a:extLst>
              <a:ext uri="{FF2B5EF4-FFF2-40B4-BE49-F238E27FC236}">
                <a16:creationId xmlns:a16="http://schemas.microsoft.com/office/drawing/2014/main" id="{EC9E989E-7324-212A-BC7C-90A6A3AB7FFE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14" name="Q12_label">
            <a:extLst>
              <a:ext uri="{FF2B5EF4-FFF2-40B4-BE49-F238E27FC236}">
                <a16:creationId xmlns:a16="http://schemas.microsoft.com/office/drawing/2014/main" id="{B5E597B3-F585-23BC-9932-5A66C91DAF44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" name="Q1_matrix">
            <a:extLst>
              <a:ext uri="{FF2B5EF4-FFF2-40B4-BE49-F238E27FC236}">
                <a16:creationId xmlns:a16="http://schemas.microsoft.com/office/drawing/2014/main" id="{486BC46E-8898-031E-2A03-5B9602F62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75765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2.00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15" name="Q2_matrix">
            <a:extLst>
              <a:ext uri="{FF2B5EF4-FFF2-40B4-BE49-F238E27FC236}">
                <a16:creationId xmlns:a16="http://schemas.microsoft.com/office/drawing/2014/main" id="{7D2B3D45-9774-2525-5665-6A1CECA84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695151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8" name="Q3_matrix">
            <a:extLst>
              <a:ext uri="{FF2B5EF4-FFF2-40B4-BE49-F238E27FC236}">
                <a16:creationId xmlns:a16="http://schemas.microsoft.com/office/drawing/2014/main" id="{80C80711-6676-872E-4669-8CE7F7D9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452680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2.60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9" name="Q1_matrix">
            <a:extLst>
              <a:ext uri="{FF2B5EF4-FFF2-40B4-BE49-F238E27FC236}">
                <a16:creationId xmlns:a16="http://schemas.microsoft.com/office/drawing/2014/main" id="{969B7EA3-F415-930B-2BBE-12F1811C0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256137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2.72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0" name="Q2_matrix">
            <a:extLst>
              <a:ext uri="{FF2B5EF4-FFF2-40B4-BE49-F238E27FC236}">
                <a16:creationId xmlns:a16="http://schemas.microsoft.com/office/drawing/2014/main" id="{D4976191-A617-0F5A-1345-CF9FE65BA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01368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1.40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1" name="Q3_matrix">
            <a:extLst>
              <a:ext uri="{FF2B5EF4-FFF2-40B4-BE49-F238E27FC236}">
                <a16:creationId xmlns:a16="http://schemas.microsoft.com/office/drawing/2014/main" id="{620C10EF-0704-5200-6E41-395A80923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81416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3.40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3.40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70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217</TotalTime>
  <Words>561</Words>
  <Application>Microsoft Office PowerPoint</Application>
  <PresentationFormat>Custom</PresentationFormat>
  <Paragraphs>324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115</cp:revision>
  <dcterms:created xsi:type="dcterms:W3CDTF">2024-10-20T22:17:39Z</dcterms:created>
  <dcterms:modified xsi:type="dcterms:W3CDTF">2026-01-18T20:47:24Z</dcterms:modified>
</cp:coreProperties>
</file>