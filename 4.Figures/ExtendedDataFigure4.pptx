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583363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17C69-C9CA-4AEE-945F-E0D3AD6689D5}" v="21" dt="2026-04-05T17:27:5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3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ll, John" userId="dd278c9d-4801-451a-9bcc-826554912a66" providerId="ADAL" clId="{F13AD808-D5F0-41C2-A4CB-FD3E767895E0}"/>
    <pc:docChg chg="undo custSel modSld">
      <pc:chgData name="Prall, John" userId="dd278c9d-4801-451a-9bcc-826554912a66" providerId="ADAL" clId="{F13AD808-D5F0-41C2-A4CB-FD3E767895E0}" dt="2026-04-05T17:27:57.013" v="25" actId="14826"/>
      <pc:docMkLst>
        <pc:docMk/>
      </pc:docMkLst>
      <pc:sldChg chg="modSp mod">
        <pc:chgData name="Prall, John" userId="dd278c9d-4801-451a-9bcc-826554912a66" providerId="ADAL" clId="{F13AD808-D5F0-41C2-A4CB-FD3E767895E0}" dt="2026-04-05T17:27:57.013" v="25" actId="14826"/>
        <pc:sldMkLst>
          <pc:docMk/>
          <pc:sldMk cId="2007387597" sldId="257"/>
        </pc:sldMkLst>
        <pc:picChg chg="mod">
          <ac:chgData name="Prall, John" userId="dd278c9d-4801-451a-9bcc-826554912a66" providerId="ADAL" clId="{F13AD808-D5F0-41C2-A4CB-FD3E767895E0}" dt="2026-04-05T17:26:10.999" v="11" actId="14826"/>
          <ac:picMkLst>
            <pc:docMk/>
            <pc:sldMk cId="2007387597" sldId="257"/>
            <ac:picMk id="4" creationId="{11355CAC-DF7D-D15A-C034-69B3B4B8A682}"/>
          </ac:picMkLst>
        </pc:picChg>
        <pc:picChg chg="mod">
          <ac:chgData name="Prall, John" userId="dd278c9d-4801-451a-9bcc-826554912a66" providerId="ADAL" clId="{F13AD808-D5F0-41C2-A4CB-FD3E767895E0}" dt="2026-04-05T17:26:17.305" v="12" actId="14826"/>
          <ac:picMkLst>
            <pc:docMk/>
            <pc:sldMk cId="2007387597" sldId="257"/>
            <ac:picMk id="15" creationId="{9C4FB1FF-E18F-BC2E-DE29-B3FF2368860A}"/>
          </ac:picMkLst>
        </pc:picChg>
        <pc:picChg chg="mod">
          <ac:chgData name="Prall, John" userId="dd278c9d-4801-451a-9bcc-826554912a66" providerId="ADAL" clId="{F13AD808-D5F0-41C2-A4CB-FD3E767895E0}" dt="2026-04-05T17:26:24.852" v="13" actId="14826"/>
          <ac:picMkLst>
            <pc:docMk/>
            <pc:sldMk cId="2007387597" sldId="257"/>
            <ac:picMk id="18" creationId="{054A0ED3-C522-210B-145E-B0B06FE28BAA}"/>
          </ac:picMkLst>
        </pc:picChg>
        <pc:picChg chg="mod">
          <ac:chgData name="Prall, John" userId="dd278c9d-4801-451a-9bcc-826554912a66" providerId="ADAL" clId="{F13AD808-D5F0-41C2-A4CB-FD3E767895E0}" dt="2026-04-05T17:26:33.828" v="14" actId="14826"/>
          <ac:picMkLst>
            <pc:docMk/>
            <pc:sldMk cId="2007387597" sldId="257"/>
            <ac:picMk id="23" creationId="{2FFB97BB-C820-7763-5DCE-494E769C3BBD}"/>
          </ac:picMkLst>
        </pc:picChg>
        <pc:picChg chg="mod">
          <ac:chgData name="Prall, John" userId="dd278c9d-4801-451a-9bcc-826554912a66" providerId="ADAL" clId="{F13AD808-D5F0-41C2-A4CB-FD3E767895E0}" dt="2026-04-05T17:26:41.671" v="15" actId="14826"/>
          <ac:picMkLst>
            <pc:docMk/>
            <pc:sldMk cId="2007387597" sldId="257"/>
            <ac:picMk id="26" creationId="{46B7AACF-5F60-183F-FFE9-586BEFEE7C2B}"/>
          </ac:picMkLst>
        </pc:picChg>
        <pc:picChg chg="mod">
          <ac:chgData name="Prall, John" userId="dd278c9d-4801-451a-9bcc-826554912a66" providerId="ADAL" clId="{F13AD808-D5F0-41C2-A4CB-FD3E767895E0}" dt="2026-04-05T17:26:48.435" v="16" actId="14826"/>
          <ac:picMkLst>
            <pc:docMk/>
            <pc:sldMk cId="2007387597" sldId="257"/>
            <ac:picMk id="29" creationId="{90E9F9A9-4412-50D5-6B5F-7CC664B5AD29}"/>
          </ac:picMkLst>
        </pc:picChg>
        <pc:picChg chg="mod">
          <ac:chgData name="Prall, John" userId="dd278c9d-4801-451a-9bcc-826554912a66" providerId="ADAL" clId="{F13AD808-D5F0-41C2-A4CB-FD3E767895E0}" dt="2026-04-05T17:26:54.145" v="17" actId="14826"/>
          <ac:picMkLst>
            <pc:docMk/>
            <pc:sldMk cId="2007387597" sldId="257"/>
            <ac:picMk id="32" creationId="{FC404B92-ECEB-173C-5EFF-99EC354B54C9}"/>
          </ac:picMkLst>
        </pc:picChg>
        <pc:picChg chg="mod">
          <ac:chgData name="Prall, John" userId="dd278c9d-4801-451a-9bcc-826554912a66" providerId="ADAL" clId="{F13AD808-D5F0-41C2-A4CB-FD3E767895E0}" dt="2026-04-05T17:27:03.637" v="18" actId="14826"/>
          <ac:picMkLst>
            <pc:docMk/>
            <pc:sldMk cId="2007387597" sldId="257"/>
            <ac:picMk id="35" creationId="{F8A42BE5-1640-F7C3-AD3B-AF87C6A6796D}"/>
          </ac:picMkLst>
        </pc:picChg>
        <pc:picChg chg="mod">
          <ac:chgData name="Prall, John" userId="dd278c9d-4801-451a-9bcc-826554912a66" providerId="ADAL" clId="{F13AD808-D5F0-41C2-A4CB-FD3E767895E0}" dt="2026-04-05T17:27:14.359" v="19" actId="14826"/>
          <ac:picMkLst>
            <pc:docMk/>
            <pc:sldMk cId="2007387597" sldId="257"/>
            <ac:picMk id="40" creationId="{55D4C450-C369-6EE1-05FF-60E27A90E679}"/>
          </ac:picMkLst>
        </pc:picChg>
        <pc:picChg chg="mod">
          <ac:chgData name="Prall, John" userId="dd278c9d-4801-451a-9bcc-826554912a66" providerId="ADAL" clId="{F13AD808-D5F0-41C2-A4CB-FD3E767895E0}" dt="2026-04-05T17:27:30.252" v="22" actId="14826"/>
          <ac:picMkLst>
            <pc:docMk/>
            <pc:sldMk cId="2007387597" sldId="257"/>
            <ac:picMk id="43" creationId="{95B241FF-EF3C-1871-8D0D-6CB25436BF06}"/>
          </ac:picMkLst>
        </pc:picChg>
        <pc:picChg chg="mod">
          <ac:chgData name="Prall, John" userId="dd278c9d-4801-451a-9bcc-826554912a66" providerId="ADAL" clId="{F13AD808-D5F0-41C2-A4CB-FD3E767895E0}" dt="2026-04-05T17:27:46.228" v="23" actId="14826"/>
          <ac:picMkLst>
            <pc:docMk/>
            <pc:sldMk cId="2007387597" sldId="257"/>
            <ac:picMk id="46" creationId="{5356786E-1164-A7E8-60A6-1D770AB43D57}"/>
          </ac:picMkLst>
        </pc:picChg>
        <pc:picChg chg="mod">
          <ac:chgData name="Prall, John" userId="dd278c9d-4801-451a-9bcc-826554912a66" providerId="ADAL" clId="{F13AD808-D5F0-41C2-A4CB-FD3E767895E0}" dt="2026-04-05T17:27:51.604" v="24" actId="14826"/>
          <ac:picMkLst>
            <pc:docMk/>
            <pc:sldMk cId="2007387597" sldId="257"/>
            <ac:picMk id="49" creationId="{59BD3850-4F6A-AD0E-EF3E-1EDF9FA6FE2D}"/>
          </ac:picMkLst>
        </pc:picChg>
        <pc:picChg chg="mod">
          <ac:chgData name="Prall, John" userId="dd278c9d-4801-451a-9bcc-826554912a66" providerId="ADAL" clId="{F13AD808-D5F0-41C2-A4CB-FD3E767895E0}" dt="2026-04-05T17:27:57.013" v="25" actId="14826"/>
          <ac:picMkLst>
            <pc:docMk/>
            <pc:sldMk cId="2007387597" sldId="257"/>
            <ac:picMk id="52" creationId="{A6212138-213A-CB58-72B1-64FD3C90C63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1496484"/>
            <a:ext cx="5595859" cy="3183467"/>
          </a:xfrm>
        </p:spPr>
        <p:txBody>
          <a:bodyPr anchor="b"/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4802717"/>
            <a:ext cx="4937522" cy="2207683"/>
          </a:xfrm>
        </p:spPr>
        <p:txBody>
          <a:bodyPr/>
          <a:lstStyle>
            <a:lvl1pPr marL="0" indent="0" algn="ctr">
              <a:buNone/>
              <a:defRPr sz="1728"/>
            </a:lvl1pPr>
            <a:lvl2pPr marL="329184" indent="0" algn="ctr">
              <a:buNone/>
              <a:defRPr sz="1440"/>
            </a:lvl2pPr>
            <a:lvl3pPr marL="658368" indent="0" algn="ctr">
              <a:buNone/>
              <a:defRPr sz="1296"/>
            </a:lvl3pPr>
            <a:lvl4pPr marL="987552" indent="0" algn="ctr">
              <a:buNone/>
              <a:defRPr sz="1152"/>
            </a:lvl4pPr>
            <a:lvl5pPr marL="1316736" indent="0" algn="ctr">
              <a:buNone/>
              <a:defRPr sz="1152"/>
            </a:lvl5pPr>
            <a:lvl6pPr marL="1645920" indent="0" algn="ctr">
              <a:buNone/>
              <a:defRPr sz="1152"/>
            </a:lvl6pPr>
            <a:lvl7pPr marL="1975104" indent="0" algn="ctr">
              <a:buNone/>
              <a:defRPr sz="1152"/>
            </a:lvl7pPr>
            <a:lvl8pPr marL="2304288" indent="0" algn="ctr">
              <a:buNone/>
              <a:defRPr sz="1152"/>
            </a:lvl8pPr>
            <a:lvl9pPr marL="2633472" indent="0" algn="ctr">
              <a:buNone/>
              <a:defRPr sz="11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2279653"/>
            <a:ext cx="5678151" cy="3803649"/>
          </a:xfrm>
        </p:spPr>
        <p:txBody>
          <a:bodyPr anchor="b"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6119286"/>
            <a:ext cx="5678151" cy="2000249"/>
          </a:xfrm>
        </p:spPr>
        <p:txBody>
          <a:bodyPr/>
          <a:lstStyle>
            <a:lvl1pPr marL="0" indent="0">
              <a:buNone/>
              <a:defRPr sz="1728">
                <a:solidFill>
                  <a:schemeClr val="tx1"/>
                </a:solidFill>
              </a:defRPr>
            </a:lvl1pPr>
            <a:lvl2pPr marL="32918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2434167"/>
            <a:ext cx="2797929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486836"/>
            <a:ext cx="5678151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2241551"/>
            <a:ext cx="2785071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3340100"/>
            <a:ext cx="278507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2241551"/>
            <a:ext cx="2798787" cy="1098549"/>
          </a:xfrm>
        </p:spPr>
        <p:txBody>
          <a:bodyPr anchor="b"/>
          <a:lstStyle>
            <a:lvl1pPr marL="0" indent="0">
              <a:buNone/>
              <a:defRPr sz="1728" b="1"/>
            </a:lvl1pPr>
            <a:lvl2pPr marL="329184" indent="0">
              <a:buNone/>
              <a:defRPr sz="1440" b="1"/>
            </a:lvl2pPr>
            <a:lvl3pPr marL="658368" indent="0">
              <a:buNone/>
              <a:defRPr sz="1296" b="1"/>
            </a:lvl3pPr>
            <a:lvl4pPr marL="987552" indent="0">
              <a:buNone/>
              <a:defRPr sz="1152" b="1"/>
            </a:lvl4pPr>
            <a:lvl5pPr marL="1316736" indent="0">
              <a:buNone/>
              <a:defRPr sz="1152" b="1"/>
            </a:lvl5pPr>
            <a:lvl6pPr marL="1645920" indent="0">
              <a:buNone/>
              <a:defRPr sz="1152" b="1"/>
            </a:lvl6pPr>
            <a:lvl7pPr marL="1975104" indent="0">
              <a:buNone/>
              <a:defRPr sz="1152" b="1"/>
            </a:lvl7pPr>
            <a:lvl8pPr marL="2304288" indent="0">
              <a:buNone/>
              <a:defRPr sz="1152" b="1"/>
            </a:lvl8pPr>
            <a:lvl9pPr marL="2633472" indent="0">
              <a:buNone/>
              <a:defRPr sz="11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3340100"/>
            <a:ext cx="2798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3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1316569"/>
            <a:ext cx="3332828" cy="6498167"/>
          </a:xfrm>
        </p:spPr>
        <p:txBody>
          <a:bodyPr/>
          <a:lstStyle>
            <a:lvl1pPr>
              <a:defRPr sz="2304"/>
            </a:lvl1pPr>
            <a:lvl2pPr>
              <a:defRPr sz="2016"/>
            </a:lvl2pPr>
            <a:lvl3pPr>
              <a:defRPr sz="1728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609600"/>
            <a:ext cx="2123306" cy="2133600"/>
          </a:xfrm>
        </p:spPr>
        <p:txBody>
          <a:bodyPr anchor="b"/>
          <a:lstStyle>
            <a:lvl1pPr>
              <a:defRPr sz="2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1316569"/>
            <a:ext cx="3332828" cy="6498167"/>
          </a:xfrm>
        </p:spPr>
        <p:txBody>
          <a:bodyPr anchor="t"/>
          <a:lstStyle>
            <a:lvl1pPr marL="0" indent="0">
              <a:buNone/>
              <a:defRPr sz="2304"/>
            </a:lvl1pPr>
            <a:lvl2pPr marL="329184" indent="0">
              <a:buNone/>
              <a:defRPr sz="2016"/>
            </a:lvl2pPr>
            <a:lvl3pPr marL="658368" indent="0">
              <a:buNone/>
              <a:defRPr sz="1728"/>
            </a:lvl3pPr>
            <a:lvl4pPr marL="987552" indent="0">
              <a:buNone/>
              <a:defRPr sz="1440"/>
            </a:lvl4pPr>
            <a:lvl5pPr marL="1316736" indent="0">
              <a:buNone/>
              <a:defRPr sz="1440"/>
            </a:lvl5pPr>
            <a:lvl6pPr marL="1645920" indent="0">
              <a:buNone/>
              <a:defRPr sz="1440"/>
            </a:lvl6pPr>
            <a:lvl7pPr marL="1975104" indent="0">
              <a:buNone/>
              <a:defRPr sz="1440"/>
            </a:lvl7pPr>
            <a:lvl8pPr marL="2304288" indent="0">
              <a:buNone/>
              <a:defRPr sz="1440"/>
            </a:lvl8pPr>
            <a:lvl9pPr marL="2633472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2743200"/>
            <a:ext cx="2123306" cy="5082117"/>
          </a:xfrm>
        </p:spPr>
        <p:txBody>
          <a:bodyPr/>
          <a:lstStyle>
            <a:lvl1pPr marL="0" indent="0">
              <a:buNone/>
              <a:defRPr sz="1152"/>
            </a:lvl1pPr>
            <a:lvl2pPr marL="329184" indent="0">
              <a:buNone/>
              <a:defRPr sz="1008"/>
            </a:lvl2pPr>
            <a:lvl3pPr marL="658368" indent="0">
              <a:buNone/>
              <a:defRPr sz="864"/>
            </a:lvl3pPr>
            <a:lvl4pPr marL="987552" indent="0">
              <a:buNone/>
              <a:defRPr sz="720"/>
            </a:lvl4pPr>
            <a:lvl5pPr marL="1316736" indent="0">
              <a:buNone/>
              <a:defRPr sz="720"/>
            </a:lvl5pPr>
            <a:lvl6pPr marL="1645920" indent="0">
              <a:buNone/>
              <a:defRPr sz="720"/>
            </a:lvl6pPr>
            <a:lvl7pPr marL="1975104" indent="0">
              <a:buNone/>
              <a:defRPr sz="720"/>
            </a:lvl7pPr>
            <a:lvl8pPr marL="2304288" indent="0">
              <a:buNone/>
              <a:defRPr sz="720"/>
            </a:lvl8pPr>
            <a:lvl9pPr marL="2633472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486834"/>
            <a:ext cx="1419538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486834"/>
            <a:ext cx="417632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486836"/>
            <a:ext cx="567815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2434167"/>
            <a:ext cx="567815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8475136"/>
            <a:ext cx="222188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8475136"/>
            <a:ext cx="148125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58368" rtl="0" eaLnBrk="1" latinLnBrk="0" hangingPunct="1">
        <a:lnSpc>
          <a:spcPct val="90000"/>
        </a:lnSpc>
        <a:spcBef>
          <a:spcPct val="0"/>
        </a:spcBef>
        <a:buNone/>
        <a:defRPr sz="3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" indent="-164592" algn="l" defTabSz="658368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AC4C-B0FB-2376-3391-C65E7211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ndom_label">
            <a:extLst>
              <a:ext uri="{FF2B5EF4-FFF2-40B4-BE49-F238E27FC236}">
                <a16:creationId xmlns:a16="http://schemas.microsoft.com/office/drawing/2014/main" id="{8F094014-B790-D12D-1EC6-B82C8099D5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81" y="495589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Random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random_plot">
            <a:extLst>
              <a:ext uri="{FF2B5EF4-FFF2-40B4-BE49-F238E27FC236}">
                <a16:creationId xmlns:a16="http://schemas.microsoft.com/office/drawing/2014/main" id="{11355CAC-DF7D-D15A-C034-69B3B4B8A6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081" y="712364"/>
            <a:ext cx="1638300" cy="1600200"/>
          </a:xfrm>
          <a:prstGeom prst="rect">
            <a:avLst/>
          </a:prstGeom>
        </p:spPr>
      </p:pic>
      <p:pic>
        <p:nvPicPr>
          <p:cNvPr id="20" name="random_legend">
            <a:extLst>
              <a:ext uri="{FF2B5EF4-FFF2-40B4-BE49-F238E27FC236}">
                <a16:creationId xmlns:a16="http://schemas.microsoft.com/office/drawing/2014/main" id="{8E1DBB1D-1A7E-85F6-2E92-CB88C18CFA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515" t="20970" r="1997" b="43277"/>
          <a:stretch>
            <a:fillRect/>
          </a:stretch>
        </p:blipFill>
        <p:spPr>
          <a:xfrm>
            <a:off x="494387" y="2438508"/>
            <a:ext cx="679689" cy="572111"/>
          </a:xfrm>
          <a:prstGeom prst="rect">
            <a:avLst/>
          </a:prstGeom>
        </p:spPr>
      </p:pic>
      <p:sp>
        <p:nvSpPr>
          <p:cNvPr id="13" name="Q1_label">
            <a:extLst>
              <a:ext uri="{FF2B5EF4-FFF2-40B4-BE49-F238E27FC236}">
                <a16:creationId xmlns:a16="http://schemas.microsoft.com/office/drawing/2014/main" id="{A1C002CB-D3B7-F3E3-D52F-7393E9F047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24936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15" name="Q1_plot">
            <a:extLst>
              <a:ext uri="{FF2B5EF4-FFF2-40B4-BE49-F238E27FC236}">
                <a16:creationId xmlns:a16="http://schemas.microsoft.com/office/drawing/2014/main" id="{9C4FB1FF-E18F-BC2E-DE29-B3FF236886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53381" y="711031"/>
            <a:ext cx="1638300" cy="1600200"/>
          </a:xfrm>
          <a:prstGeom prst="rect">
            <a:avLst/>
          </a:prstGeom>
        </p:spPr>
      </p:pic>
      <p:sp>
        <p:nvSpPr>
          <p:cNvPr id="16" name="Q2_label">
            <a:extLst>
              <a:ext uri="{FF2B5EF4-FFF2-40B4-BE49-F238E27FC236}">
                <a16:creationId xmlns:a16="http://schemas.microsoft.com/office/drawing/2014/main" id="{EE2BAE50-771D-13AF-63F5-7BEC785EA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1" y="24936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18" name="Q2_plot">
            <a:extLst>
              <a:ext uri="{FF2B5EF4-FFF2-40B4-BE49-F238E27FC236}">
                <a16:creationId xmlns:a16="http://schemas.microsoft.com/office/drawing/2014/main" id="{054A0ED3-C522-210B-145E-B0B06FE28B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91681" y="711031"/>
            <a:ext cx="1638300" cy="1600200"/>
          </a:xfrm>
          <a:prstGeom prst="rect">
            <a:avLst/>
          </a:prstGeom>
        </p:spPr>
      </p:pic>
      <p:sp>
        <p:nvSpPr>
          <p:cNvPr id="19" name="Q3_label">
            <a:extLst>
              <a:ext uri="{FF2B5EF4-FFF2-40B4-BE49-F238E27FC236}">
                <a16:creationId xmlns:a16="http://schemas.microsoft.com/office/drawing/2014/main" id="{1E4F8B92-7806-219B-A193-8F42E9474D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981" y="249366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8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23" name="Q3_plot">
            <a:extLst>
              <a:ext uri="{FF2B5EF4-FFF2-40B4-BE49-F238E27FC236}">
                <a16:creationId xmlns:a16="http://schemas.microsoft.com/office/drawing/2014/main" id="{2FFB97BB-C820-7763-5DCE-494E769C3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29981" y="711031"/>
            <a:ext cx="1638300" cy="1600200"/>
          </a:xfrm>
          <a:prstGeom prst="rect">
            <a:avLst/>
          </a:prstGeom>
        </p:spPr>
      </p:pic>
      <p:sp>
        <p:nvSpPr>
          <p:cNvPr id="24" name="Q4_label">
            <a:extLst>
              <a:ext uri="{FF2B5EF4-FFF2-40B4-BE49-F238E27FC236}">
                <a16:creationId xmlns:a16="http://schemas.microsoft.com/office/drawing/2014/main" id="{E6311FAF-0AF9-D2B0-0599-14D4C1D89A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2442106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pic>
        <p:nvPicPr>
          <p:cNvPr id="26" name="Q4_plot">
            <a:extLst>
              <a:ext uri="{FF2B5EF4-FFF2-40B4-BE49-F238E27FC236}">
                <a16:creationId xmlns:a16="http://schemas.microsoft.com/office/drawing/2014/main" id="{46B7AACF-5F60-183F-FFE9-586BEFEE7C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53381" y="2903771"/>
            <a:ext cx="1638300" cy="1600200"/>
          </a:xfrm>
          <a:prstGeom prst="rect">
            <a:avLst/>
          </a:prstGeom>
        </p:spPr>
      </p:pic>
      <p:sp>
        <p:nvSpPr>
          <p:cNvPr id="27" name="Q5_label">
            <a:extLst>
              <a:ext uri="{FF2B5EF4-FFF2-40B4-BE49-F238E27FC236}">
                <a16:creationId xmlns:a16="http://schemas.microsoft.com/office/drawing/2014/main" id="{39F09FB6-D847-942E-5B7A-32E465D41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1" y="2438508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pic>
        <p:nvPicPr>
          <p:cNvPr id="29" name="Q5_plot">
            <a:extLst>
              <a:ext uri="{FF2B5EF4-FFF2-40B4-BE49-F238E27FC236}">
                <a16:creationId xmlns:a16="http://schemas.microsoft.com/office/drawing/2014/main" id="{90E9F9A9-4412-50D5-6B5F-7CC664B5AD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291681" y="2900173"/>
            <a:ext cx="1638300" cy="1600200"/>
          </a:xfrm>
          <a:prstGeom prst="rect">
            <a:avLst/>
          </a:prstGeom>
        </p:spPr>
      </p:pic>
      <p:sp>
        <p:nvSpPr>
          <p:cNvPr id="30" name="Q6_label">
            <a:extLst>
              <a:ext uri="{FF2B5EF4-FFF2-40B4-BE49-F238E27FC236}">
                <a16:creationId xmlns:a16="http://schemas.microsoft.com/office/drawing/2014/main" id="{2A9DB774-9F1C-7219-3590-C0782F9B8F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2438508"/>
            <a:ext cx="163830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pic>
        <p:nvPicPr>
          <p:cNvPr id="32" name="Q6_plot">
            <a:extLst>
              <a:ext uri="{FF2B5EF4-FFF2-40B4-BE49-F238E27FC236}">
                <a16:creationId xmlns:a16="http://schemas.microsoft.com/office/drawing/2014/main" id="{FC404B92-ECEB-173C-5EFF-99EC354B54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929551" y="2899496"/>
            <a:ext cx="1638300" cy="1600200"/>
          </a:xfrm>
          <a:prstGeom prst="rect">
            <a:avLst/>
          </a:prstGeom>
        </p:spPr>
      </p:pic>
      <p:sp>
        <p:nvSpPr>
          <p:cNvPr id="33" name="Q7_label">
            <a:extLst>
              <a:ext uri="{FF2B5EF4-FFF2-40B4-BE49-F238E27FC236}">
                <a16:creationId xmlns:a16="http://schemas.microsoft.com/office/drawing/2014/main" id="{29107BFC-6ECB-DDDD-4D99-1C29551A68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4637437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35" name="Q7_plot">
            <a:extLst>
              <a:ext uri="{FF2B5EF4-FFF2-40B4-BE49-F238E27FC236}">
                <a16:creationId xmlns:a16="http://schemas.microsoft.com/office/drawing/2014/main" id="{F8A42BE5-1640-F7C3-AD3B-AF87C6A679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653381" y="5099102"/>
            <a:ext cx="1638300" cy="1600200"/>
          </a:xfrm>
          <a:prstGeom prst="rect">
            <a:avLst/>
          </a:prstGeom>
        </p:spPr>
      </p:pic>
      <p:sp>
        <p:nvSpPr>
          <p:cNvPr id="38" name="Q8_label">
            <a:extLst>
              <a:ext uri="{FF2B5EF4-FFF2-40B4-BE49-F238E27FC236}">
                <a16:creationId xmlns:a16="http://schemas.microsoft.com/office/drawing/2014/main" id="{586E829F-A72D-3832-E5AA-2E4A5F4B6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680" y="463550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0" name="Q8_plot">
            <a:extLst>
              <a:ext uri="{FF2B5EF4-FFF2-40B4-BE49-F238E27FC236}">
                <a16:creationId xmlns:a16="http://schemas.microsoft.com/office/drawing/2014/main" id="{55D4C450-C369-6EE1-05FF-60E27A90E6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291680" y="5099102"/>
            <a:ext cx="1638300" cy="1600200"/>
          </a:xfrm>
          <a:prstGeom prst="rect">
            <a:avLst/>
          </a:prstGeom>
        </p:spPr>
      </p:pic>
      <p:sp>
        <p:nvSpPr>
          <p:cNvPr id="41" name="Q9_label">
            <a:extLst>
              <a:ext uri="{FF2B5EF4-FFF2-40B4-BE49-F238E27FC236}">
                <a16:creationId xmlns:a16="http://schemas.microsoft.com/office/drawing/2014/main" id="{4B7BD6B0-3FCF-AE55-B6EF-746B7F474B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4633162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43" name="Q9_plot">
            <a:extLst>
              <a:ext uri="{FF2B5EF4-FFF2-40B4-BE49-F238E27FC236}">
                <a16:creationId xmlns:a16="http://schemas.microsoft.com/office/drawing/2014/main" id="{95B241FF-EF3C-1871-8D0D-6CB25436BF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929551" y="5099102"/>
            <a:ext cx="1638300" cy="1600200"/>
          </a:xfrm>
          <a:prstGeom prst="rect">
            <a:avLst/>
          </a:prstGeom>
        </p:spPr>
      </p:pic>
      <p:sp>
        <p:nvSpPr>
          <p:cNvPr id="44" name="Q10_label">
            <a:extLst>
              <a:ext uri="{FF2B5EF4-FFF2-40B4-BE49-F238E27FC236}">
                <a16:creationId xmlns:a16="http://schemas.microsoft.com/office/drawing/2014/main" id="{4F02808D-EA59-5DA5-6A39-AB9029010A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3381" y="6832768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pic>
        <p:nvPicPr>
          <p:cNvPr id="46" name="Q10_plot">
            <a:extLst>
              <a:ext uri="{FF2B5EF4-FFF2-40B4-BE49-F238E27FC236}">
                <a16:creationId xmlns:a16="http://schemas.microsoft.com/office/drawing/2014/main" id="{5356786E-1164-A7E8-60A6-1D770AB43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653166" y="7294433"/>
            <a:ext cx="1638300" cy="1600200"/>
          </a:xfrm>
          <a:prstGeom prst="rect">
            <a:avLst/>
          </a:prstGeom>
        </p:spPr>
      </p:pic>
      <p:sp>
        <p:nvSpPr>
          <p:cNvPr id="47" name="Q11_label">
            <a:extLst>
              <a:ext uri="{FF2B5EF4-FFF2-40B4-BE49-F238E27FC236}">
                <a16:creationId xmlns:a16="http://schemas.microsoft.com/office/drawing/2014/main" id="{48A69DB1-2DA9-2C23-870E-83F75BF1BB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788" y="6830163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pic>
        <p:nvPicPr>
          <p:cNvPr id="49" name="Q11_plot">
            <a:extLst>
              <a:ext uri="{FF2B5EF4-FFF2-40B4-BE49-F238E27FC236}">
                <a16:creationId xmlns:a16="http://schemas.microsoft.com/office/drawing/2014/main" id="{59BD3850-4F6A-AD0E-EF3E-1EDF9FA6FE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291680" y="7294433"/>
            <a:ext cx="1638300" cy="1600200"/>
          </a:xfrm>
          <a:prstGeom prst="rect">
            <a:avLst/>
          </a:prstGeom>
        </p:spPr>
      </p:pic>
      <p:sp>
        <p:nvSpPr>
          <p:cNvPr id="50" name="Q12_label">
            <a:extLst>
              <a:ext uri="{FF2B5EF4-FFF2-40B4-BE49-F238E27FC236}">
                <a16:creationId xmlns:a16="http://schemas.microsoft.com/office/drawing/2014/main" id="{DCE75F9B-BFD2-B12A-2C4B-96FC381454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9551" y="6830162"/>
            <a:ext cx="163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8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pic>
        <p:nvPicPr>
          <p:cNvPr id="52" name="Q12_plot">
            <a:extLst>
              <a:ext uri="{FF2B5EF4-FFF2-40B4-BE49-F238E27FC236}">
                <a16:creationId xmlns:a16="http://schemas.microsoft.com/office/drawing/2014/main" id="{A6212138-213A-CB58-72B1-64FD3C90C6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929551" y="7294433"/>
            <a:ext cx="1638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8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1187</TotalTime>
  <Words>82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88</cp:revision>
  <dcterms:created xsi:type="dcterms:W3CDTF">2024-10-20T22:17:39Z</dcterms:created>
  <dcterms:modified xsi:type="dcterms:W3CDTF">2026-05-05T06:14:58Z</dcterms:modified>
</cp:coreProperties>
</file>