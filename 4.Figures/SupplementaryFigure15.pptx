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6218238" cy="7132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BBB08A-5D80-4047-86C5-B6E2E5FBD82A}" v="9" dt="2024-11-29T14:02:33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93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rgan, Christopher" userId="6a7169e7-15dd-40dc-87fd-3e6af76c0f35" providerId="ADAL" clId="{13BBB08A-5D80-4047-86C5-B6E2E5FBD82A}"/>
    <pc:docChg chg="undo custSel modSld modMainMaster">
      <pc:chgData name="Organ, Christopher" userId="6a7169e7-15dd-40dc-87fd-3e6af76c0f35" providerId="ADAL" clId="{13BBB08A-5D80-4047-86C5-B6E2E5FBD82A}" dt="2024-11-29T15:18:33.533" v="291" actId="20577"/>
      <pc:docMkLst>
        <pc:docMk/>
      </pc:docMkLst>
      <pc:sldChg chg="addSp delSp modSp mod">
        <pc:chgData name="Organ, Christopher" userId="6a7169e7-15dd-40dc-87fd-3e6af76c0f35" providerId="ADAL" clId="{13BBB08A-5D80-4047-86C5-B6E2E5FBD82A}" dt="2024-11-29T15:18:33.533" v="291" actId="20577"/>
        <pc:sldMkLst>
          <pc:docMk/>
          <pc:sldMk cId="2390703491" sldId="256"/>
        </pc:sldMkLst>
        <pc:spChg chg="mod">
          <ac:chgData name="Organ, Christopher" userId="6a7169e7-15dd-40dc-87fd-3e6af76c0f35" providerId="ADAL" clId="{13BBB08A-5D80-4047-86C5-B6E2E5FBD82A}" dt="2024-11-29T15:18:25.935" v="282" actId="20577"/>
          <ac:spMkLst>
            <pc:docMk/>
            <pc:sldMk cId="2390703491" sldId="256"/>
            <ac:spMk id="5" creationId="{243EBA32-A0AA-DF60-AABD-55BF028E7A99}"/>
          </ac:spMkLst>
        </pc:spChg>
        <pc:spChg chg="mod">
          <ac:chgData name="Organ, Christopher" userId="6a7169e7-15dd-40dc-87fd-3e6af76c0f35" providerId="ADAL" clId="{13BBB08A-5D80-4047-86C5-B6E2E5FBD82A}" dt="2024-11-29T15:18:30.121" v="288" actId="20577"/>
          <ac:spMkLst>
            <pc:docMk/>
            <pc:sldMk cId="2390703491" sldId="256"/>
            <ac:spMk id="7" creationId="{EC9E989E-7324-212A-BC7C-90A6A3AB7FFE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9" creationId="{4542A717-4BC4-D84D-9AFF-E289FE9A1F86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11" creationId="{DCD89405-1914-E436-2CA1-22F2CFF76BAE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13" creationId="{52B13BD7-EB81-0818-2C53-64CB06156E8A}"/>
          </ac:spMkLst>
        </pc:spChg>
        <pc:spChg chg="mod">
          <ac:chgData name="Organ, Christopher" userId="6a7169e7-15dd-40dc-87fd-3e6af76c0f35" providerId="ADAL" clId="{13BBB08A-5D80-4047-86C5-B6E2E5FBD82A}" dt="2024-11-29T15:18:33.533" v="291" actId="20577"/>
          <ac:spMkLst>
            <pc:docMk/>
            <pc:sldMk cId="2390703491" sldId="256"/>
            <ac:spMk id="14" creationId="{B5E597B3-F585-23BC-9932-5A66C91DAF44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17" creationId="{24632FFE-9749-06D6-9C2C-DE4E314A3FAE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19" creationId="{208FFB8B-04CC-D6F6-0214-01EA89E0FEBC}"/>
          </ac:spMkLst>
        </pc:spChg>
        <pc:spChg chg="mod">
          <ac:chgData name="Organ, Christopher" userId="6a7169e7-15dd-40dc-87fd-3e6af76c0f35" providerId="ADAL" clId="{13BBB08A-5D80-4047-86C5-B6E2E5FBD82A}" dt="2024-11-29T14:02:18.031" v="267" actId="1076"/>
          <ac:spMkLst>
            <pc:docMk/>
            <pc:sldMk cId="2390703491" sldId="256"/>
            <ac:spMk id="21" creationId="{674A2FE5-066F-D9A4-766E-9EB25F83CE3B}"/>
          </ac:spMkLst>
        </pc:spChg>
        <pc:spChg chg="mod">
          <ac:chgData name="Organ, Christopher" userId="6a7169e7-15dd-40dc-87fd-3e6af76c0f35" providerId="ADAL" clId="{13BBB08A-5D80-4047-86C5-B6E2E5FBD82A}" dt="2024-11-29T15:18:10.836" v="270" actId="20577"/>
          <ac:spMkLst>
            <pc:docMk/>
            <pc:sldMk cId="2390703491" sldId="256"/>
            <ac:spMk id="23" creationId="{0D2B8944-175A-C6EB-E355-E2FCEAAFAA75}"/>
          </ac:spMkLst>
        </pc:spChg>
        <pc:spChg chg="mod">
          <ac:chgData name="Organ, Christopher" userId="6a7169e7-15dd-40dc-87fd-3e6af76c0f35" providerId="ADAL" clId="{13BBB08A-5D80-4047-86C5-B6E2E5FBD82A}" dt="2024-11-29T15:18:14.321" v="276" actId="20577"/>
          <ac:spMkLst>
            <pc:docMk/>
            <pc:sldMk cId="2390703491" sldId="256"/>
            <ac:spMk id="25" creationId="{8EBF2576-8D21-8CF8-7621-CC7B11DA6B4B}"/>
          </ac:spMkLst>
        </pc:spChg>
        <pc:spChg chg="mod">
          <ac:chgData name="Organ, Christopher" userId="6a7169e7-15dd-40dc-87fd-3e6af76c0f35" providerId="ADAL" clId="{13BBB08A-5D80-4047-86C5-B6E2E5FBD82A}" dt="2024-11-29T15:18:19.278" v="279" actId="20577"/>
          <ac:spMkLst>
            <pc:docMk/>
            <pc:sldMk cId="2390703491" sldId="256"/>
            <ac:spMk id="27" creationId="{FDDC1F66-51A3-5753-5ECC-E105BA372183}"/>
          </ac:spMkLst>
        </pc:spChg>
        <pc:spChg chg="add del mod">
          <ac:chgData name="Organ, Christopher" userId="6a7169e7-15dd-40dc-87fd-3e6af76c0f35" providerId="ADAL" clId="{13BBB08A-5D80-4047-86C5-B6E2E5FBD82A}" dt="2024-11-29T13:49:53.822" v="161" actId="478"/>
          <ac:spMkLst>
            <pc:docMk/>
            <pc:sldMk cId="2390703491" sldId="256"/>
            <ac:spMk id="32" creationId="{1F8E454D-D95B-6171-B48A-384C9CD7FB66}"/>
          </ac:spMkLst>
        </pc:spChg>
        <pc:spChg chg="add del mod">
          <ac:chgData name="Organ, Christopher" userId="6a7169e7-15dd-40dc-87fd-3e6af76c0f35" providerId="ADAL" clId="{13BBB08A-5D80-4047-86C5-B6E2E5FBD82A}" dt="2024-11-29T13:49:53.822" v="161" actId="478"/>
          <ac:spMkLst>
            <pc:docMk/>
            <pc:sldMk cId="2390703491" sldId="256"/>
            <ac:spMk id="33" creationId="{03C4BAED-25F6-7F88-5BDE-E706B264698A}"/>
          </ac:spMkLst>
        </pc:spChg>
        <pc:spChg chg="add del mod">
          <ac:chgData name="Organ, Christopher" userId="6a7169e7-15dd-40dc-87fd-3e6af76c0f35" providerId="ADAL" clId="{13BBB08A-5D80-4047-86C5-B6E2E5FBD82A}" dt="2024-11-29T13:49:53.822" v="161" actId="478"/>
          <ac:spMkLst>
            <pc:docMk/>
            <pc:sldMk cId="2390703491" sldId="256"/>
            <ac:spMk id="34" creationId="{5DF20240-EB4F-AE82-2C43-95FB47265253}"/>
          </ac:spMkLst>
        </pc:sp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2" creationId="{486BC46E-8898-031E-2A03-5B9602F62E3A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7.415" v="122" actId="478"/>
          <ac:graphicFrameMkLst>
            <pc:docMk/>
            <pc:sldMk cId="2390703491" sldId="256"/>
            <ac:graphicFrameMk id="3" creationId="{6E8D5293-2FB6-3899-B90E-D1250A4CB984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4" creationId="{A9E346A8-B607-4EA6-5B81-C77F71F0F74C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7.415" v="122" actId="478"/>
          <ac:graphicFrameMkLst>
            <pc:docMk/>
            <pc:sldMk cId="2390703491" sldId="256"/>
            <ac:graphicFrameMk id="6" creationId="{7448390E-7417-CC2A-29AD-81661E4FAA4C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7.415" v="122" actId="478"/>
          <ac:graphicFrameMkLst>
            <pc:docMk/>
            <pc:sldMk cId="2390703491" sldId="256"/>
            <ac:graphicFrameMk id="8" creationId="{A836BB87-D458-F734-ABB3-E3ACA29BB76E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0" creationId="{999F88FE-2774-29B3-C8FD-B4EEEFEE2C8E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2" creationId="{F69988F5-78F5-4F63-442A-0ACABBF84C68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5" creationId="{7D2B3D45-9774-2525-5665-6A1CECA841AE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6" creationId="{CACA7763-F0D4-12ED-48CF-A231AC85A7FF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18" creationId="{71393531-CC50-624A-3F1E-674F7515BF96}"/>
          </ac:graphicFrameMkLst>
        </pc:graphicFrameChg>
        <pc:graphicFrameChg chg="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20" creationId="{1CA52550-0228-9A15-D26B-E9B372BB5A9C}"/>
          </ac:graphicFrameMkLst>
        </pc:graphicFrameChg>
        <pc:graphicFrameChg chg="del modGraphic">
          <ac:chgData name="Organ, Christopher" userId="6a7169e7-15dd-40dc-87fd-3e6af76c0f35" providerId="ADAL" clId="{13BBB08A-5D80-4047-86C5-B6E2E5FBD82A}" dt="2024-11-29T13:45:20.712" v="121" actId="478"/>
          <ac:graphicFrameMkLst>
            <pc:docMk/>
            <pc:sldMk cId="2390703491" sldId="256"/>
            <ac:graphicFrameMk id="22" creationId="{91AE848A-BD7F-37D6-522C-058406BBB488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0.712" v="121" actId="478"/>
          <ac:graphicFrameMkLst>
            <pc:docMk/>
            <pc:sldMk cId="2390703491" sldId="256"/>
            <ac:graphicFrameMk id="24" creationId="{B3C7737F-5DF3-D8BB-277C-901ACE215E74}"/>
          </ac:graphicFrameMkLst>
        </pc:graphicFrameChg>
        <pc:graphicFrameChg chg="del">
          <ac:chgData name="Organ, Christopher" userId="6a7169e7-15dd-40dc-87fd-3e6af76c0f35" providerId="ADAL" clId="{13BBB08A-5D80-4047-86C5-B6E2E5FBD82A}" dt="2024-11-29T13:45:20.712" v="121" actId="478"/>
          <ac:graphicFrameMkLst>
            <pc:docMk/>
            <pc:sldMk cId="2390703491" sldId="256"/>
            <ac:graphicFrameMk id="26" creationId="{9AAFA60C-85BD-FF58-4DA5-9ABA4EC642D8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28" creationId="{80C80711-6676-872E-4669-8CE7F7D9A4C6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29" creationId="{969B7EA3-F415-930B-2BBE-12F1811C0BCD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30" creationId="{D4976191-A617-0F5A-1345-CF9FE65BA5A4}"/>
          </ac:graphicFrameMkLst>
        </pc:graphicFrameChg>
        <pc:graphicFrameChg chg="add mod modGraphic">
          <ac:chgData name="Organ, Christopher" userId="6a7169e7-15dd-40dc-87fd-3e6af76c0f35" providerId="ADAL" clId="{13BBB08A-5D80-4047-86C5-B6E2E5FBD82A}" dt="2024-11-29T14:02:18.031" v="267" actId="1076"/>
          <ac:graphicFrameMkLst>
            <pc:docMk/>
            <pc:sldMk cId="2390703491" sldId="256"/>
            <ac:graphicFrameMk id="31" creationId="{620C10EF-0704-5200-6E41-395A80923378}"/>
          </ac:graphicFrameMkLst>
        </pc:graphicFrameChg>
      </pc:sldChg>
      <pc:sldMasterChg chg="modSp modSldLayout">
        <pc:chgData name="Organ, Christopher" userId="6a7169e7-15dd-40dc-87fd-3e6af76c0f35" providerId="ADAL" clId="{13BBB08A-5D80-4047-86C5-B6E2E5FBD82A}" dt="2024-11-29T14:01:22.794" v="265"/>
        <pc:sldMasterMkLst>
          <pc:docMk/>
          <pc:sldMasterMk cId="2122905714" sldId="2147483672"/>
        </pc:sldMasterMkLst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2" creationId="{00000000-0000-0000-0000-000000000000}"/>
          </ac:spMkLst>
        </pc:spChg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3" creationId="{00000000-0000-0000-0000-000000000000}"/>
          </ac:spMkLst>
        </pc:spChg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4" creationId="{00000000-0000-0000-0000-000000000000}"/>
          </ac:spMkLst>
        </pc:spChg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5" creationId="{00000000-0000-0000-0000-000000000000}"/>
          </ac:spMkLst>
        </pc:spChg>
        <pc:spChg chg="mod">
          <ac:chgData name="Organ, Christopher" userId="6a7169e7-15dd-40dc-87fd-3e6af76c0f35" providerId="ADAL" clId="{13BBB08A-5D80-4047-86C5-B6E2E5FBD82A}" dt="2024-11-29T14:01:22.794" v="265"/>
          <ac:spMkLst>
            <pc:docMk/>
            <pc:sldMasterMk cId="2122905714" sldId="2147483672"/>
            <ac:spMk id="6" creationId="{00000000-0000-0000-0000-000000000000}"/>
          </ac:spMkLst>
        </pc:sp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217749772" sldId="2147483673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217749772" sldId="2147483673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217749772" sldId="2147483673"/>
              <ac:spMk id="3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2486747502" sldId="2147483675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2486747502" sldId="2147483675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2486747502" sldId="2147483675"/>
              <ac:spMk id="3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565868422" sldId="2147483676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565868422" sldId="2147483676"/>
              <ac:spMk id="3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565868422" sldId="2147483676"/>
              <ac:spMk id="4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355844934" sldId="2147483677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3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4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5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5844934" sldId="2147483677"/>
              <ac:spMk id="6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1135024199" sldId="2147483680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1135024199" sldId="2147483680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1135024199" sldId="2147483680"/>
              <ac:spMk id="3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1135024199" sldId="2147483680"/>
              <ac:spMk id="4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352754380" sldId="2147483681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2754380" sldId="2147483681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2754380" sldId="2147483681"/>
              <ac:spMk id="3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52754380" sldId="2147483681"/>
              <ac:spMk id="4" creationId="{00000000-0000-0000-0000-000000000000}"/>
            </ac:spMkLst>
          </pc:spChg>
        </pc:sldLayoutChg>
        <pc:sldLayoutChg chg="modSp">
          <pc:chgData name="Organ, Christopher" userId="6a7169e7-15dd-40dc-87fd-3e6af76c0f35" providerId="ADAL" clId="{13BBB08A-5D80-4047-86C5-B6E2E5FBD82A}" dt="2024-11-29T14:01:22.794" v="265"/>
          <pc:sldLayoutMkLst>
            <pc:docMk/>
            <pc:sldMasterMk cId="2122905714" sldId="2147483672"/>
            <pc:sldLayoutMk cId="3083356516" sldId="2147483683"/>
          </pc:sldLayoutMkLst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083356516" sldId="2147483683"/>
              <ac:spMk id="2" creationId="{00000000-0000-0000-0000-000000000000}"/>
            </ac:spMkLst>
          </pc:spChg>
          <pc:spChg chg="mod">
            <ac:chgData name="Organ, Christopher" userId="6a7169e7-15dd-40dc-87fd-3e6af76c0f35" providerId="ADAL" clId="{13BBB08A-5D80-4047-86C5-B6E2E5FBD82A}" dt="2024-11-29T14:01:22.794" v="265"/>
            <ac:spMkLst>
              <pc:docMk/>
              <pc:sldMasterMk cId="2122905714" sldId="2147483672"/>
              <pc:sldLayoutMk cId="3083356516" sldId="2147483683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6368" y="1167309"/>
            <a:ext cx="5285502" cy="2483215"/>
          </a:xfrm>
        </p:spPr>
        <p:txBody>
          <a:bodyPr anchor="b"/>
          <a:lstStyle>
            <a:lvl1pPr algn="ctr"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80" y="3746287"/>
            <a:ext cx="4663679" cy="1722069"/>
          </a:xfrm>
        </p:spPr>
        <p:txBody>
          <a:bodyPr/>
          <a:lstStyle>
            <a:lvl1pPr marL="0" indent="0" algn="ctr">
              <a:buNone/>
              <a:defRPr sz="1632"/>
            </a:lvl1pPr>
            <a:lvl2pPr marL="310896" indent="0" algn="ctr">
              <a:buNone/>
              <a:defRPr sz="1360"/>
            </a:lvl2pPr>
            <a:lvl3pPr marL="621792" indent="0" algn="ctr">
              <a:buNone/>
              <a:defRPr sz="1224"/>
            </a:lvl3pPr>
            <a:lvl4pPr marL="932688" indent="0" algn="ctr">
              <a:buNone/>
              <a:defRPr sz="1088"/>
            </a:lvl4pPr>
            <a:lvl5pPr marL="1243584" indent="0" algn="ctr">
              <a:buNone/>
              <a:defRPr sz="1088"/>
            </a:lvl5pPr>
            <a:lvl6pPr marL="1554480" indent="0" algn="ctr">
              <a:buNone/>
              <a:defRPr sz="1088"/>
            </a:lvl6pPr>
            <a:lvl7pPr marL="1865376" indent="0" algn="ctr">
              <a:buNone/>
              <a:defRPr sz="1088"/>
            </a:lvl7pPr>
            <a:lvl8pPr marL="2176272" indent="0" algn="ctr">
              <a:buNone/>
              <a:defRPr sz="1088"/>
            </a:lvl8pPr>
            <a:lvl9pPr marL="2487168" indent="0" algn="ctr">
              <a:buNone/>
              <a:defRPr sz="108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02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266" y="1778208"/>
            <a:ext cx="5363230" cy="2966979"/>
          </a:xfrm>
        </p:spPr>
        <p:txBody>
          <a:bodyPr anchor="b"/>
          <a:lstStyle>
            <a:lvl1pPr>
              <a:defRPr sz="4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4266" y="4773256"/>
            <a:ext cx="5363230" cy="1560264"/>
          </a:xfrm>
        </p:spPr>
        <p:txBody>
          <a:bodyPr/>
          <a:lstStyle>
            <a:lvl1pPr marL="0" indent="0">
              <a:buNone/>
              <a:defRPr sz="1632">
                <a:solidFill>
                  <a:schemeClr val="tx1"/>
                </a:solidFill>
              </a:defRPr>
            </a:lvl1pPr>
            <a:lvl2pPr marL="310896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2pPr>
            <a:lvl3pPr marL="621792" indent="0">
              <a:buNone/>
              <a:defRPr sz="1224">
                <a:solidFill>
                  <a:schemeClr val="tx1">
                    <a:tint val="75000"/>
                  </a:schemeClr>
                </a:solidFill>
              </a:defRPr>
            </a:lvl3pPr>
            <a:lvl4pPr marL="932688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4pPr>
            <a:lvl5pPr marL="1243584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5pPr>
            <a:lvl6pPr marL="1554480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6pPr>
            <a:lvl7pPr marL="1865376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7pPr>
            <a:lvl8pPr marL="2176272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8pPr>
            <a:lvl9pPr marL="2487168" indent="0">
              <a:buNone/>
              <a:defRPr sz="10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58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7504" y="1898735"/>
            <a:ext cx="2642751" cy="452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7983" y="1898735"/>
            <a:ext cx="2642751" cy="452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379748"/>
            <a:ext cx="5363230" cy="13786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314" y="1748487"/>
            <a:ext cx="2630606" cy="856907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896" indent="0">
              <a:buNone/>
              <a:defRPr sz="1360" b="1"/>
            </a:lvl2pPr>
            <a:lvl3pPr marL="621792" indent="0">
              <a:buNone/>
              <a:defRPr sz="1224" b="1"/>
            </a:lvl3pPr>
            <a:lvl4pPr marL="932688" indent="0">
              <a:buNone/>
              <a:defRPr sz="1088" b="1"/>
            </a:lvl4pPr>
            <a:lvl5pPr marL="1243584" indent="0">
              <a:buNone/>
              <a:defRPr sz="1088" b="1"/>
            </a:lvl5pPr>
            <a:lvl6pPr marL="1554480" indent="0">
              <a:buNone/>
              <a:defRPr sz="1088" b="1"/>
            </a:lvl6pPr>
            <a:lvl7pPr marL="1865376" indent="0">
              <a:buNone/>
              <a:defRPr sz="1088" b="1"/>
            </a:lvl7pPr>
            <a:lvl8pPr marL="2176272" indent="0">
              <a:buNone/>
              <a:defRPr sz="1088" b="1"/>
            </a:lvl8pPr>
            <a:lvl9pPr marL="2487168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314" y="2605394"/>
            <a:ext cx="2630606" cy="383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47983" y="1748487"/>
            <a:ext cx="2643561" cy="856907"/>
          </a:xfrm>
        </p:spPr>
        <p:txBody>
          <a:bodyPr anchor="b"/>
          <a:lstStyle>
            <a:lvl1pPr marL="0" indent="0">
              <a:buNone/>
              <a:defRPr sz="1632" b="1"/>
            </a:lvl1pPr>
            <a:lvl2pPr marL="310896" indent="0">
              <a:buNone/>
              <a:defRPr sz="1360" b="1"/>
            </a:lvl2pPr>
            <a:lvl3pPr marL="621792" indent="0">
              <a:buNone/>
              <a:defRPr sz="1224" b="1"/>
            </a:lvl3pPr>
            <a:lvl4pPr marL="932688" indent="0">
              <a:buNone/>
              <a:defRPr sz="1088" b="1"/>
            </a:lvl4pPr>
            <a:lvl5pPr marL="1243584" indent="0">
              <a:buNone/>
              <a:defRPr sz="1088" b="1"/>
            </a:lvl5pPr>
            <a:lvl6pPr marL="1554480" indent="0">
              <a:buNone/>
              <a:defRPr sz="1088" b="1"/>
            </a:lvl6pPr>
            <a:lvl7pPr marL="1865376" indent="0">
              <a:buNone/>
              <a:defRPr sz="1088" b="1"/>
            </a:lvl7pPr>
            <a:lvl8pPr marL="2176272" indent="0">
              <a:buNone/>
              <a:defRPr sz="1088" b="1"/>
            </a:lvl8pPr>
            <a:lvl9pPr marL="2487168" indent="0">
              <a:buNone/>
              <a:defRPr sz="10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147983" y="2605394"/>
            <a:ext cx="2643561" cy="38321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07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4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063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475509"/>
            <a:ext cx="2005544" cy="1664282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3561" y="1026969"/>
            <a:ext cx="3147983" cy="5068796"/>
          </a:xfrm>
        </p:spPr>
        <p:txBody>
          <a:bodyPr/>
          <a:lstStyle>
            <a:lvl1pPr>
              <a:defRPr sz="2176"/>
            </a:lvl1pPr>
            <a:lvl2pPr>
              <a:defRPr sz="1904"/>
            </a:lvl2pPr>
            <a:lvl3pPr>
              <a:defRPr sz="1632"/>
            </a:lvl3pPr>
            <a:lvl4pPr>
              <a:defRPr sz="1360"/>
            </a:lvl4pPr>
            <a:lvl5pPr>
              <a:defRPr sz="1360"/>
            </a:lvl5pPr>
            <a:lvl6pPr>
              <a:defRPr sz="1360"/>
            </a:lvl6pPr>
            <a:lvl7pPr>
              <a:defRPr sz="1360"/>
            </a:lvl7pPr>
            <a:lvl8pPr>
              <a:defRPr sz="1360"/>
            </a:lvl8pPr>
            <a:lvl9pPr>
              <a:defRPr sz="13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314" y="2139792"/>
            <a:ext cx="2005544" cy="3964228"/>
          </a:xfrm>
        </p:spPr>
        <p:txBody>
          <a:bodyPr/>
          <a:lstStyle>
            <a:lvl1pPr marL="0" indent="0">
              <a:buNone/>
              <a:defRPr sz="1088"/>
            </a:lvl1pPr>
            <a:lvl2pPr marL="310896" indent="0">
              <a:buNone/>
              <a:defRPr sz="952"/>
            </a:lvl2pPr>
            <a:lvl3pPr marL="621792" indent="0">
              <a:buNone/>
              <a:defRPr sz="816"/>
            </a:lvl3pPr>
            <a:lvl4pPr marL="932688" indent="0">
              <a:buNone/>
              <a:defRPr sz="680"/>
            </a:lvl4pPr>
            <a:lvl5pPr marL="1243584" indent="0">
              <a:buNone/>
              <a:defRPr sz="680"/>
            </a:lvl5pPr>
            <a:lvl6pPr marL="1554480" indent="0">
              <a:buNone/>
              <a:defRPr sz="680"/>
            </a:lvl6pPr>
            <a:lvl7pPr marL="1865376" indent="0">
              <a:buNone/>
              <a:defRPr sz="680"/>
            </a:lvl7pPr>
            <a:lvl8pPr marL="2176272" indent="0">
              <a:buNone/>
              <a:defRPr sz="680"/>
            </a:lvl8pPr>
            <a:lvl9pPr marL="2487168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841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314" y="475509"/>
            <a:ext cx="2005544" cy="1664282"/>
          </a:xfrm>
        </p:spPr>
        <p:txBody>
          <a:bodyPr anchor="b"/>
          <a:lstStyle>
            <a:lvl1pPr>
              <a:defRPr sz="217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43561" y="1026969"/>
            <a:ext cx="3147983" cy="5068796"/>
          </a:xfrm>
        </p:spPr>
        <p:txBody>
          <a:bodyPr anchor="t"/>
          <a:lstStyle>
            <a:lvl1pPr marL="0" indent="0">
              <a:buNone/>
              <a:defRPr sz="2176"/>
            </a:lvl1pPr>
            <a:lvl2pPr marL="310896" indent="0">
              <a:buNone/>
              <a:defRPr sz="1904"/>
            </a:lvl2pPr>
            <a:lvl3pPr marL="621792" indent="0">
              <a:buNone/>
              <a:defRPr sz="1632"/>
            </a:lvl3pPr>
            <a:lvl4pPr marL="932688" indent="0">
              <a:buNone/>
              <a:defRPr sz="1360"/>
            </a:lvl4pPr>
            <a:lvl5pPr marL="1243584" indent="0">
              <a:buNone/>
              <a:defRPr sz="1360"/>
            </a:lvl5pPr>
            <a:lvl6pPr marL="1554480" indent="0">
              <a:buNone/>
              <a:defRPr sz="1360"/>
            </a:lvl6pPr>
            <a:lvl7pPr marL="1865376" indent="0">
              <a:buNone/>
              <a:defRPr sz="1360"/>
            </a:lvl7pPr>
            <a:lvl8pPr marL="2176272" indent="0">
              <a:buNone/>
              <a:defRPr sz="1360"/>
            </a:lvl8pPr>
            <a:lvl9pPr marL="2487168" indent="0">
              <a:buNone/>
              <a:defRPr sz="13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314" y="2139792"/>
            <a:ext cx="2005544" cy="3964228"/>
          </a:xfrm>
        </p:spPr>
        <p:txBody>
          <a:bodyPr/>
          <a:lstStyle>
            <a:lvl1pPr marL="0" indent="0">
              <a:buNone/>
              <a:defRPr sz="1088"/>
            </a:lvl1pPr>
            <a:lvl2pPr marL="310896" indent="0">
              <a:buNone/>
              <a:defRPr sz="952"/>
            </a:lvl2pPr>
            <a:lvl3pPr marL="621792" indent="0">
              <a:buNone/>
              <a:defRPr sz="816"/>
            </a:lvl3pPr>
            <a:lvl4pPr marL="932688" indent="0">
              <a:buNone/>
              <a:defRPr sz="680"/>
            </a:lvl4pPr>
            <a:lvl5pPr marL="1243584" indent="0">
              <a:buNone/>
              <a:defRPr sz="680"/>
            </a:lvl5pPr>
            <a:lvl6pPr marL="1554480" indent="0">
              <a:buNone/>
              <a:defRPr sz="680"/>
            </a:lvl6pPr>
            <a:lvl7pPr marL="1865376" indent="0">
              <a:buNone/>
              <a:defRPr sz="680"/>
            </a:lvl7pPr>
            <a:lvl8pPr marL="2176272" indent="0">
              <a:buNone/>
              <a:defRPr sz="680"/>
            </a:lvl8pPr>
            <a:lvl9pPr marL="2487168" indent="0">
              <a:buNone/>
              <a:defRPr sz="6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035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86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49927" y="379747"/>
            <a:ext cx="1340808" cy="60445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7504" y="379747"/>
            <a:ext cx="3944695" cy="60445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3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7504" y="379748"/>
            <a:ext cx="5363230" cy="13786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7504" y="1898735"/>
            <a:ext cx="5363230" cy="45255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7504" y="6610900"/>
            <a:ext cx="1399104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C904C-911B-436B-A9B2-6F8D8907F206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59792" y="6610900"/>
            <a:ext cx="2098655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91630" y="6610900"/>
            <a:ext cx="1399104" cy="3797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1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BF5D2-F6CB-42C9-B412-976B0DFE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70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21792" rtl="0" eaLnBrk="1" latinLnBrk="0" hangingPunct="1">
        <a:lnSpc>
          <a:spcPct val="90000"/>
        </a:lnSpc>
        <a:spcBef>
          <a:spcPct val="0"/>
        </a:spcBef>
        <a:buNone/>
        <a:defRPr sz="2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5448" indent="-155448" algn="l" defTabSz="621792" rtl="0" eaLnBrk="1" latinLnBrk="0" hangingPunct="1">
        <a:lnSpc>
          <a:spcPct val="90000"/>
        </a:lnSpc>
        <a:spcBef>
          <a:spcPts val="680"/>
        </a:spcBef>
        <a:buFont typeface="Arial" panose="020B0604020202020204" pitchFamily="34" charset="0"/>
        <a:buChar char="•"/>
        <a:defRPr sz="1904" kern="1200">
          <a:solidFill>
            <a:schemeClr val="tx1"/>
          </a:solidFill>
          <a:latin typeface="+mn-lt"/>
          <a:ea typeface="+mn-ea"/>
          <a:cs typeface="+mn-cs"/>
        </a:defRPr>
      </a:lvl1pPr>
      <a:lvl2pPr marL="466344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3pPr>
      <a:lvl4pPr marL="1088136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399032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2020824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642616" indent="-155448" algn="l" defTabSz="621792" rtl="0" eaLnBrk="1" latinLnBrk="0" hangingPunct="1">
        <a:lnSpc>
          <a:spcPct val="90000"/>
        </a:lnSpc>
        <a:spcBef>
          <a:spcPts val="340"/>
        </a:spcBef>
        <a:buFont typeface="Arial" panose="020B0604020202020204" pitchFamily="34" charset="0"/>
        <a:buChar char="•"/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1pPr>
      <a:lvl2pPr marL="310896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2pPr>
      <a:lvl3pPr marL="621792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3pPr>
      <a:lvl4pPr marL="932688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4pPr>
      <a:lvl5pPr marL="1243584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6pPr>
      <a:lvl7pPr marL="1865376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7pPr>
      <a:lvl8pPr marL="2176272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8pPr>
      <a:lvl9pPr marL="2487168" algn="l" defTabSz="621792" rtl="0" eaLnBrk="1" latinLnBrk="0" hangingPunct="1">
        <a:defRPr sz="12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1_label">
            <a:extLst>
              <a:ext uri="{FF2B5EF4-FFF2-40B4-BE49-F238E27FC236}">
                <a16:creationId xmlns:a16="http://schemas.microsoft.com/office/drawing/2014/main" id="{4542A717-4BC4-D84D-9AFF-E289FE9A1F86}"/>
              </a:ext>
            </a:extLst>
          </p:cNvPr>
          <p:cNvSpPr txBox="1"/>
          <p:nvPr/>
        </p:nvSpPr>
        <p:spPr>
          <a:xfrm>
            <a:off x="203916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4" name="Q1_matrix">
            <a:extLst>
              <a:ext uri="{FF2B5EF4-FFF2-40B4-BE49-F238E27FC236}">
                <a16:creationId xmlns:a16="http://schemas.microsoft.com/office/drawing/2014/main" id="{A9E346A8-B607-4EA6-5B81-C77F71F0F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2126605"/>
              </p:ext>
            </p:extLst>
          </p:nvPr>
        </p:nvGraphicFramePr>
        <p:xfrm>
          <a:off x="11210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1.30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1.20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1.30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1.50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1.30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1" name="Q2_label">
            <a:extLst>
              <a:ext uri="{FF2B5EF4-FFF2-40B4-BE49-F238E27FC236}">
                <a16:creationId xmlns:a16="http://schemas.microsoft.com/office/drawing/2014/main" id="{DCD89405-1914-E436-2CA1-22F2CFF76BAE}"/>
              </a:ext>
            </a:extLst>
          </p:cNvPr>
          <p:cNvSpPr txBox="1"/>
          <p:nvPr/>
        </p:nvSpPr>
        <p:spPr>
          <a:xfrm>
            <a:off x="2251362" y="67486"/>
            <a:ext cx="17369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2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10" name="Q2_matrix">
            <a:extLst>
              <a:ext uri="{FF2B5EF4-FFF2-40B4-BE49-F238E27FC236}">
                <a16:creationId xmlns:a16="http://schemas.microsoft.com/office/drawing/2014/main" id="{999F88FE-2774-29B3-C8FD-B4EEEFEE2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153012"/>
              </p:ext>
            </p:extLst>
          </p:nvPr>
        </p:nvGraphicFramePr>
        <p:xfrm>
          <a:off x="2159545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3" name="Q3_label">
            <a:extLst>
              <a:ext uri="{FF2B5EF4-FFF2-40B4-BE49-F238E27FC236}">
                <a16:creationId xmlns:a16="http://schemas.microsoft.com/office/drawing/2014/main" id="{52B13BD7-EB81-0818-2C53-64CB06156E8A}"/>
              </a:ext>
            </a:extLst>
          </p:cNvPr>
          <p:cNvSpPr txBox="1"/>
          <p:nvPr/>
        </p:nvSpPr>
        <p:spPr>
          <a:xfrm>
            <a:off x="4305547" y="67486"/>
            <a:ext cx="17302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i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3</a:t>
            </a:r>
            <a:endParaRPr lang="en-US" sz="1200" b="1" baseline="-25000" dirty="0">
              <a:latin typeface="Arial" panose="020B0604020202020204" pitchFamily="34" charset="0"/>
              <a:ea typeface="Cambria Math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equal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12" name="Q3_matrix">
            <a:extLst>
              <a:ext uri="{FF2B5EF4-FFF2-40B4-BE49-F238E27FC236}">
                <a16:creationId xmlns:a16="http://schemas.microsoft.com/office/drawing/2014/main" id="{F69988F5-78F5-4F63-442A-0ACABBF84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756352"/>
              </p:ext>
            </p:extLst>
          </p:nvPr>
        </p:nvGraphicFramePr>
        <p:xfrm>
          <a:off x="4206990" y="697268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7" name="Q4_label">
            <a:extLst>
              <a:ext uri="{FF2B5EF4-FFF2-40B4-BE49-F238E27FC236}">
                <a16:creationId xmlns:a16="http://schemas.microsoft.com/office/drawing/2014/main" id="{24632FFE-9749-06D6-9C2C-DE4E314A3FAE}"/>
              </a:ext>
            </a:extLst>
          </p:cNvPr>
          <p:cNvSpPr txBox="1"/>
          <p:nvPr/>
        </p:nvSpPr>
        <p:spPr>
          <a:xfrm>
            <a:off x="203918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4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Medium gain</a:t>
            </a:r>
          </a:p>
        </p:txBody>
      </p:sp>
      <p:graphicFrame>
        <p:nvGraphicFramePr>
          <p:cNvPr id="16" name="Q4_matrix">
            <a:extLst>
              <a:ext uri="{FF2B5EF4-FFF2-40B4-BE49-F238E27FC236}">
                <a16:creationId xmlns:a16="http://schemas.microsoft.com/office/drawing/2014/main" id="{CACA7763-F0D4-12ED-48CF-A231AC85A7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073912"/>
              </p:ext>
            </p:extLst>
          </p:nvPr>
        </p:nvGraphicFramePr>
        <p:xfrm>
          <a:off x="112100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2.48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2.42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2.20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2.20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9" name="Q5_label">
            <a:extLst>
              <a:ext uri="{FF2B5EF4-FFF2-40B4-BE49-F238E27FC236}">
                <a16:creationId xmlns:a16="http://schemas.microsoft.com/office/drawing/2014/main" id="{208FFB8B-04CC-D6F6-0214-01EA89E0FEBC}"/>
              </a:ext>
            </a:extLst>
          </p:cNvPr>
          <p:cNvSpPr txBox="1"/>
          <p:nvPr/>
        </p:nvSpPr>
        <p:spPr>
          <a:xfrm>
            <a:off x="2251362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5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loss, High gain</a:t>
            </a:r>
          </a:p>
        </p:txBody>
      </p:sp>
      <p:graphicFrame>
        <p:nvGraphicFramePr>
          <p:cNvPr id="18" name="Q5_matrix">
            <a:extLst>
              <a:ext uri="{FF2B5EF4-FFF2-40B4-BE49-F238E27FC236}">
                <a16:creationId xmlns:a16="http://schemas.microsoft.com/office/drawing/2014/main" id="{71393531-CC50-624A-3F1E-674F7515B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562505"/>
              </p:ext>
            </p:extLst>
          </p:nvPr>
        </p:nvGraphicFramePr>
        <p:xfrm>
          <a:off x="2159544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2.93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2.90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0.84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2.95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0.85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2.92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1" name="Q6_label">
            <a:extLst>
              <a:ext uri="{FF2B5EF4-FFF2-40B4-BE49-F238E27FC236}">
                <a16:creationId xmlns:a16="http://schemas.microsoft.com/office/drawing/2014/main" id="{674A2FE5-066F-D9A4-766E-9EB25F83CE3B}"/>
              </a:ext>
            </a:extLst>
          </p:cNvPr>
          <p:cNvSpPr txBox="1"/>
          <p:nvPr/>
        </p:nvSpPr>
        <p:spPr>
          <a:xfrm>
            <a:off x="4298807" y="1862954"/>
            <a:ext cx="1736982" cy="58477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6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Independent, directional rates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loss, High gain</a:t>
            </a:r>
          </a:p>
        </p:txBody>
      </p:sp>
      <p:graphicFrame>
        <p:nvGraphicFramePr>
          <p:cNvPr id="20" name="Q6_matrix">
            <a:extLst>
              <a:ext uri="{FF2B5EF4-FFF2-40B4-BE49-F238E27FC236}">
                <a16:creationId xmlns:a16="http://schemas.microsoft.com/office/drawing/2014/main" id="{1CA52550-0228-9A15-D26B-E9B372BB5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130008"/>
              </p:ext>
            </p:extLst>
          </p:nvPr>
        </p:nvGraphicFramePr>
        <p:xfrm>
          <a:off x="4206989" y="2498835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2.40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2.40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1.20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2.20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1.20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2.30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1.10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3" name="Q7_label">
            <a:extLst>
              <a:ext uri="{FF2B5EF4-FFF2-40B4-BE49-F238E27FC236}">
                <a16:creationId xmlns:a16="http://schemas.microsoft.com/office/drawing/2014/main" id="{0D2B8944-175A-C6EB-E355-E2FCEAAFAA75}"/>
              </a:ext>
            </a:extLst>
          </p:cNvPr>
          <p:cNvSpPr txBox="1"/>
          <p:nvPr/>
        </p:nvSpPr>
        <p:spPr>
          <a:xfrm>
            <a:off x="203918" y="3683250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7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2" name="Q7_matrix">
            <a:extLst>
              <a:ext uri="{FF2B5EF4-FFF2-40B4-BE49-F238E27FC236}">
                <a16:creationId xmlns:a16="http://schemas.microsoft.com/office/drawing/2014/main" id="{486BC46E-8898-031E-2A03-5B9602F62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365973"/>
              </p:ext>
            </p:extLst>
          </p:nvPr>
        </p:nvGraphicFramePr>
        <p:xfrm>
          <a:off x="11210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0.67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1.30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1.10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2.30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2.00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1.04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5" name="Q8_label">
            <a:extLst>
              <a:ext uri="{FF2B5EF4-FFF2-40B4-BE49-F238E27FC236}">
                <a16:creationId xmlns:a16="http://schemas.microsoft.com/office/drawing/2014/main" id="{8EBF2576-8D21-8CF8-7621-CC7B11DA6B4B}"/>
              </a:ext>
            </a:extLst>
          </p:cNvPr>
          <p:cNvSpPr txBox="1"/>
          <p:nvPr/>
        </p:nvSpPr>
        <p:spPr>
          <a:xfrm>
            <a:off x="2251367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8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15" name="Q8_matrix">
            <a:extLst>
              <a:ext uri="{FF2B5EF4-FFF2-40B4-BE49-F238E27FC236}">
                <a16:creationId xmlns:a16="http://schemas.microsoft.com/office/drawing/2014/main" id="{7D2B3D45-9774-2525-5665-6A1CECA841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682470"/>
              </p:ext>
            </p:extLst>
          </p:nvPr>
        </p:nvGraphicFramePr>
        <p:xfrm>
          <a:off x="2159545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0.97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2.50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2.40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1.01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27" name="Q9_label">
            <a:extLst>
              <a:ext uri="{FF2B5EF4-FFF2-40B4-BE49-F238E27FC236}">
                <a16:creationId xmlns:a16="http://schemas.microsoft.com/office/drawing/2014/main" id="{FDDC1F66-51A3-5753-5ECC-E105BA372183}"/>
              </a:ext>
            </a:extLst>
          </p:cNvPr>
          <p:cNvSpPr txBox="1"/>
          <p:nvPr/>
        </p:nvSpPr>
        <p:spPr>
          <a:xfrm>
            <a:off x="4305551" y="3682791"/>
            <a:ext cx="1736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9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28" name="Q9_matrix">
            <a:extLst>
              <a:ext uri="{FF2B5EF4-FFF2-40B4-BE49-F238E27FC236}">
                <a16:creationId xmlns:a16="http://schemas.microsoft.com/office/drawing/2014/main" id="{80C80711-6676-872E-4669-8CE7F7D9A4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90453"/>
              </p:ext>
            </p:extLst>
          </p:nvPr>
        </p:nvGraphicFramePr>
        <p:xfrm>
          <a:off x="4206990" y="4280011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1.10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2.50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2.60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1.10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5" name="Q10_label">
            <a:extLst>
              <a:ext uri="{FF2B5EF4-FFF2-40B4-BE49-F238E27FC236}">
                <a16:creationId xmlns:a16="http://schemas.microsoft.com/office/drawing/2014/main" id="{243EBA32-A0AA-DF60-AABD-55BF028E7A99}"/>
              </a:ext>
            </a:extLst>
          </p:cNvPr>
          <p:cNvSpPr txBox="1"/>
          <p:nvPr/>
        </p:nvSpPr>
        <p:spPr>
          <a:xfrm>
            <a:off x="203920" y="5463965"/>
            <a:ext cx="1736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10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Low rates</a:t>
            </a:r>
          </a:p>
        </p:txBody>
      </p:sp>
      <p:graphicFrame>
        <p:nvGraphicFramePr>
          <p:cNvPr id="29" name="Q10_matrix">
            <a:extLst>
              <a:ext uri="{FF2B5EF4-FFF2-40B4-BE49-F238E27FC236}">
                <a16:creationId xmlns:a16="http://schemas.microsoft.com/office/drawing/2014/main" id="{969B7EA3-F415-930B-2BBE-12F1811C0B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235423"/>
              </p:ext>
            </p:extLst>
          </p:nvPr>
        </p:nvGraphicFramePr>
        <p:xfrm>
          <a:off x="11210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0.88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0.18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1.20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0.94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3.00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2.72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1.72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7" name="Q11_label">
            <a:extLst>
              <a:ext uri="{FF2B5EF4-FFF2-40B4-BE49-F238E27FC236}">
                <a16:creationId xmlns:a16="http://schemas.microsoft.com/office/drawing/2014/main" id="{EC9E989E-7324-212A-BC7C-90A6A3AB7FFE}"/>
              </a:ext>
            </a:extLst>
          </p:cNvPr>
          <p:cNvSpPr txBox="1"/>
          <p:nvPr/>
        </p:nvSpPr>
        <p:spPr>
          <a:xfrm>
            <a:off x="2251362" y="5459625"/>
            <a:ext cx="17369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11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Medium rates</a:t>
            </a:r>
          </a:p>
        </p:txBody>
      </p:sp>
      <p:graphicFrame>
        <p:nvGraphicFramePr>
          <p:cNvPr id="30" name="Q11_matrix">
            <a:extLst>
              <a:ext uri="{FF2B5EF4-FFF2-40B4-BE49-F238E27FC236}">
                <a16:creationId xmlns:a16="http://schemas.microsoft.com/office/drawing/2014/main" id="{D4976191-A617-0F5A-1345-CF9FE65BA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291341"/>
              </p:ext>
            </p:extLst>
          </p:nvPr>
        </p:nvGraphicFramePr>
        <p:xfrm>
          <a:off x="2159545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1.50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0.36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1.50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1.40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3.30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3.20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1.50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0.38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  <p:sp>
        <p:nvSpPr>
          <p:cNvPr id="14" name="Q12_label">
            <a:extLst>
              <a:ext uri="{FF2B5EF4-FFF2-40B4-BE49-F238E27FC236}">
                <a16:creationId xmlns:a16="http://schemas.microsoft.com/office/drawing/2014/main" id="{B5E597B3-F585-23BC-9932-5A66C91DAF44}"/>
              </a:ext>
            </a:extLst>
          </p:cNvPr>
          <p:cNvSpPr txBox="1"/>
          <p:nvPr/>
        </p:nvSpPr>
        <p:spPr>
          <a:xfrm>
            <a:off x="4305549" y="5456880"/>
            <a:ext cx="17302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Q</a:t>
            </a:r>
            <a:r>
              <a:rPr lang="en-US" sz="1200" b="1" baseline="-25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12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dependency</a:t>
            </a:r>
          </a:p>
          <a:p>
            <a:pPr algn="ctr"/>
            <a:r>
              <a:rPr lang="en-US" sz="10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High rates</a:t>
            </a:r>
          </a:p>
        </p:txBody>
      </p:sp>
      <p:graphicFrame>
        <p:nvGraphicFramePr>
          <p:cNvPr id="31" name="Q12_matrix">
            <a:extLst>
              <a:ext uri="{FF2B5EF4-FFF2-40B4-BE49-F238E27FC236}">
                <a16:creationId xmlns:a16="http://schemas.microsoft.com/office/drawing/2014/main" id="{620C10EF-0704-5200-6E41-395A80923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063299"/>
              </p:ext>
            </p:extLst>
          </p:nvPr>
        </p:nvGraphicFramePr>
        <p:xfrm>
          <a:off x="4206990" y="6048737"/>
          <a:ext cx="18288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12506288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3404319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3332762357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64190632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2340471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9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0035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0.42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88068809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5404237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1, 0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3.40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3.40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21534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algn="ctr" defTabSz="658368" rtl="0" eaLnBrk="1" latinLnBrk="0" hangingPunct="1"/>
                      <a:r>
                        <a:rPr lang="en-US" sz="900" b="1" kern="12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1, 1</a:t>
                      </a:r>
                    </a:p>
                  </a:txBody>
                  <a:tcPr marL="0" marR="0" marT="0" marB="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1.60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0.43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35732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0703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221</TotalTime>
  <Words>561</Words>
  <Application>Microsoft Office PowerPoint</Application>
  <PresentationFormat>Custom</PresentationFormat>
  <Paragraphs>324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Surya</dc:creator>
  <cp:lastModifiedBy>Surya, Kevin</cp:lastModifiedBy>
  <cp:revision>116</cp:revision>
  <dcterms:created xsi:type="dcterms:W3CDTF">2024-10-20T22:17:39Z</dcterms:created>
  <dcterms:modified xsi:type="dcterms:W3CDTF">2026-02-10T12:49:53Z</dcterms:modified>
</cp:coreProperties>
</file>