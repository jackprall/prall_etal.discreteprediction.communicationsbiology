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</p:sldIdLst>
  <p:sldSz cx="6218238" cy="7132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BBB08A-5D80-4047-86C5-B6E2E5FBD82A}" v="9" dt="2024-11-29T14:02:33.8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3680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rgan, Christopher" userId="6a7169e7-15dd-40dc-87fd-3e6af76c0f35" providerId="ADAL" clId="{13BBB08A-5D80-4047-86C5-B6E2E5FBD82A}"/>
    <pc:docChg chg="undo custSel modSld modMainMaster">
      <pc:chgData name="Organ, Christopher" userId="6a7169e7-15dd-40dc-87fd-3e6af76c0f35" providerId="ADAL" clId="{13BBB08A-5D80-4047-86C5-B6E2E5FBD82A}" dt="2024-11-29T15:18:33.533" v="291" actId="20577"/>
      <pc:docMkLst>
        <pc:docMk/>
      </pc:docMkLst>
      <pc:sldChg chg="addSp delSp modSp mod">
        <pc:chgData name="Organ, Christopher" userId="6a7169e7-15dd-40dc-87fd-3e6af76c0f35" providerId="ADAL" clId="{13BBB08A-5D80-4047-86C5-B6E2E5FBD82A}" dt="2024-11-29T15:18:33.533" v="291" actId="20577"/>
        <pc:sldMkLst>
          <pc:docMk/>
          <pc:sldMk cId="2390703491" sldId="256"/>
        </pc:sldMkLst>
        <pc:spChg chg="mod">
          <ac:chgData name="Organ, Christopher" userId="6a7169e7-15dd-40dc-87fd-3e6af76c0f35" providerId="ADAL" clId="{13BBB08A-5D80-4047-86C5-B6E2E5FBD82A}" dt="2024-11-29T15:18:25.935" v="282" actId="20577"/>
          <ac:spMkLst>
            <pc:docMk/>
            <pc:sldMk cId="2390703491" sldId="256"/>
            <ac:spMk id="5" creationId="{243EBA32-A0AA-DF60-AABD-55BF028E7A99}"/>
          </ac:spMkLst>
        </pc:spChg>
        <pc:spChg chg="mod">
          <ac:chgData name="Organ, Christopher" userId="6a7169e7-15dd-40dc-87fd-3e6af76c0f35" providerId="ADAL" clId="{13BBB08A-5D80-4047-86C5-B6E2E5FBD82A}" dt="2024-11-29T15:18:30.121" v="288" actId="20577"/>
          <ac:spMkLst>
            <pc:docMk/>
            <pc:sldMk cId="2390703491" sldId="256"/>
            <ac:spMk id="7" creationId="{EC9E989E-7324-212A-BC7C-90A6A3AB7FFE}"/>
          </ac:spMkLst>
        </pc:spChg>
        <pc:spChg chg="mod">
          <ac:chgData name="Organ, Christopher" userId="6a7169e7-15dd-40dc-87fd-3e6af76c0f35" providerId="ADAL" clId="{13BBB08A-5D80-4047-86C5-B6E2E5FBD82A}" dt="2024-11-29T14:02:18.031" v="267" actId="1076"/>
          <ac:spMkLst>
            <pc:docMk/>
            <pc:sldMk cId="2390703491" sldId="256"/>
            <ac:spMk id="9" creationId="{4542A717-4BC4-D84D-9AFF-E289FE9A1F86}"/>
          </ac:spMkLst>
        </pc:spChg>
        <pc:spChg chg="mod">
          <ac:chgData name="Organ, Christopher" userId="6a7169e7-15dd-40dc-87fd-3e6af76c0f35" providerId="ADAL" clId="{13BBB08A-5D80-4047-86C5-B6E2E5FBD82A}" dt="2024-11-29T14:02:18.031" v="267" actId="1076"/>
          <ac:spMkLst>
            <pc:docMk/>
            <pc:sldMk cId="2390703491" sldId="256"/>
            <ac:spMk id="11" creationId="{DCD89405-1914-E436-2CA1-22F2CFF76BAE}"/>
          </ac:spMkLst>
        </pc:spChg>
        <pc:spChg chg="mod">
          <ac:chgData name="Organ, Christopher" userId="6a7169e7-15dd-40dc-87fd-3e6af76c0f35" providerId="ADAL" clId="{13BBB08A-5D80-4047-86C5-B6E2E5FBD82A}" dt="2024-11-29T14:02:18.031" v="267" actId="1076"/>
          <ac:spMkLst>
            <pc:docMk/>
            <pc:sldMk cId="2390703491" sldId="256"/>
            <ac:spMk id="13" creationId="{52B13BD7-EB81-0818-2C53-64CB06156E8A}"/>
          </ac:spMkLst>
        </pc:spChg>
        <pc:spChg chg="mod">
          <ac:chgData name="Organ, Christopher" userId="6a7169e7-15dd-40dc-87fd-3e6af76c0f35" providerId="ADAL" clId="{13BBB08A-5D80-4047-86C5-B6E2E5FBD82A}" dt="2024-11-29T15:18:33.533" v="291" actId="20577"/>
          <ac:spMkLst>
            <pc:docMk/>
            <pc:sldMk cId="2390703491" sldId="256"/>
            <ac:spMk id="14" creationId="{B5E597B3-F585-23BC-9932-5A66C91DAF44}"/>
          </ac:spMkLst>
        </pc:spChg>
        <pc:spChg chg="mod">
          <ac:chgData name="Organ, Christopher" userId="6a7169e7-15dd-40dc-87fd-3e6af76c0f35" providerId="ADAL" clId="{13BBB08A-5D80-4047-86C5-B6E2E5FBD82A}" dt="2024-11-29T14:02:18.031" v="267" actId="1076"/>
          <ac:spMkLst>
            <pc:docMk/>
            <pc:sldMk cId="2390703491" sldId="256"/>
            <ac:spMk id="17" creationId="{24632FFE-9749-06D6-9C2C-DE4E314A3FAE}"/>
          </ac:spMkLst>
        </pc:spChg>
        <pc:spChg chg="mod">
          <ac:chgData name="Organ, Christopher" userId="6a7169e7-15dd-40dc-87fd-3e6af76c0f35" providerId="ADAL" clId="{13BBB08A-5D80-4047-86C5-B6E2E5FBD82A}" dt="2024-11-29T14:02:18.031" v="267" actId="1076"/>
          <ac:spMkLst>
            <pc:docMk/>
            <pc:sldMk cId="2390703491" sldId="256"/>
            <ac:spMk id="19" creationId="{208FFB8B-04CC-D6F6-0214-01EA89E0FEBC}"/>
          </ac:spMkLst>
        </pc:spChg>
        <pc:spChg chg="mod">
          <ac:chgData name="Organ, Christopher" userId="6a7169e7-15dd-40dc-87fd-3e6af76c0f35" providerId="ADAL" clId="{13BBB08A-5D80-4047-86C5-B6E2E5FBD82A}" dt="2024-11-29T14:02:18.031" v="267" actId="1076"/>
          <ac:spMkLst>
            <pc:docMk/>
            <pc:sldMk cId="2390703491" sldId="256"/>
            <ac:spMk id="21" creationId="{674A2FE5-066F-D9A4-766E-9EB25F83CE3B}"/>
          </ac:spMkLst>
        </pc:spChg>
        <pc:spChg chg="mod">
          <ac:chgData name="Organ, Christopher" userId="6a7169e7-15dd-40dc-87fd-3e6af76c0f35" providerId="ADAL" clId="{13BBB08A-5D80-4047-86C5-B6E2E5FBD82A}" dt="2024-11-29T15:18:10.836" v="270" actId="20577"/>
          <ac:spMkLst>
            <pc:docMk/>
            <pc:sldMk cId="2390703491" sldId="256"/>
            <ac:spMk id="23" creationId="{0D2B8944-175A-C6EB-E355-E2FCEAAFAA75}"/>
          </ac:spMkLst>
        </pc:spChg>
        <pc:spChg chg="mod">
          <ac:chgData name="Organ, Christopher" userId="6a7169e7-15dd-40dc-87fd-3e6af76c0f35" providerId="ADAL" clId="{13BBB08A-5D80-4047-86C5-B6E2E5FBD82A}" dt="2024-11-29T15:18:14.321" v="276" actId="20577"/>
          <ac:spMkLst>
            <pc:docMk/>
            <pc:sldMk cId="2390703491" sldId="256"/>
            <ac:spMk id="25" creationId="{8EBF2576-8D21-8CF8-7621-CC7B11DA6B4B}"/>
          </ac:spMkLst>
        </pc:spChg>
        <pc:spChg chg="mod">
          <ac:chgData name="Organ, Christopher" userId="6a7169e7-15dd-40dc-87fd-3e6af76c0f35" providerId="ADAL" clId="{13BBB08A-5D80-4047-86C5-B6E2E5FBD82A}" dt="2024-11-29T15:18:19.278" v="279" actId="20577"/>
          <ac:spMkLst>
            <pc:docMk/>
            <pc:sldMk cId="2390703491" sldId="256"/>
            <ac:spMk id="27" creationId="{FDDC1F66-51A3-5753-5ECC-E105BA372183}"/>
          </ac:spMkLst>
        </pc:spChg>
        <pc:spChg chg="add del mod">
          <ac:chgData name="Organ, Christopher" userId="6a7169e7-15dd-40dc-87fd-3e6af76c0f35" providerId="ADAL" clId="{13BBB08A-5D80-4047-86C5-B6E2E5FBD82A}" dt="2024-11-29T13:49:53.822" v="161" actId="478"/>
          <ac:spMkLst>
            <pc:docMk/>
            <pc:sldMk cId="2390703491" sldId="256"/>
            <ac:spMk id="32" creationId="{1F8E454D-D95B-6171-B48A-384C9CD7FB66}"/>
          </ac:spMkLst>
        </pc:spChg>
        <pc:spChg chg="add del mod">
          <ac:chgData name="Organ, Christopher" userId="6a7169e7-15dd-40dc-87fd-3e6af76c0f35" providerId="ADAL" clId="{13BBB08A-5D80-4047-86C5-B6E2E5FBD82A}" dt="2024-11-29T13:49:53.822" v="161" actId="478"/>
          <ac:spMkLst>
            <pc:docMk/>
            <pc:sldMk cId="2390703491" sldId="256"/>
            <ac:spMk id="33" creationId="{03C4BAED-25F6-7F88-5BDE-E706B264698A}"/>
          </ac:spMkLst>
        </pc:spChg>
        <pc:spChg chg="add del mod">
          <ac:chgData name="Organ, Christopher" userId="6a7169e7-15dd-40dc-87fd-3e6af76c0f35" providerId="ADAL" clId="{13BBB08A-5D80-4047-86C5-B6E2E5FBD82A}" dt="2024-11-29T13:49:53.822" v="161" actId="478"/>
          <ac:spMkLst>
            <pc:docMk/>
            <pc:sldMk cId="2390703491" sldId="256"/>
            <ac:spMk id="34" creationId="{5DF20240-EB4F-AE82-2C43-95FB47265253}"/>
          </ac:spMkLst>
        </pc:spChg>
        <pc:graphicFrameChg chg="add mod modGraphic">
          <ac:chgData name="Organ, Christopher" userId="6a7169e7-15dd-40dc-87fd-3e6af76c0f35" providerId="ADAL" clId="{13BBB08A-5D80-4047-86C5-B6E2E5FBD82A}" dt="2024-11-29T14:02:18.031" v="267" actId="1076"/>
          <ac:graphicFrameMkLst>
            <pc:docMk/>
            <pc:sldMk cId="2390703491" sldId="256"/>
            <ac:graphicFrameMk id="2" creationId="{486BC46E-8898-031E-2A03-5B9602F62E3A}"/>
          </ac:graphicFrameMkLst>
        </pc:graphicFrameChg>
        <pc:graphicFrameChg chg="del">
          <ac:chgData name="Organ, Christopher" userId="6a7169e7-15dd-40dc-87fd-3e6af76c0f35" providerId="ADAL" clId="{13BBB08A-5D80-4047-86C5-B6E2E5FBD82A}" dt="2024-11-29T13:45:27.415" v="122" actId="478"/>
          <ac:graphicFrameMkLst>
            <pc:docMk/>
            <pc:sldMk cId="2390703491" sldId="256"/>
            <ac:graphicFrameMk id="3" creationId="{6E8D5293-2FB6-3899-B90E-D1250A4CB984}"/>
          </ac:graphicFrameMkLst>
        </pc:graphicFrameChg>
        <pc:graphicFrameChg chg="mod modGraphic">
          <ac:chgData name="Organ, Christopher" userId="6a7169e7-15dd-40dc-87fd-3e6af76c0f35" providerId="ADAL" clId="{13BBB08A-5D80-4047-86C5-B6E2E5FBD82A}" dt="2024-11-29T14:02:18.031" v="267" actId="1076"/>
          <ac:graphicFrameMkLst>
            <pc:docMk/>
            <pc:sldMk cId="2390703491" sldId="256"/>
            <ac:graphicFrameMk id="4" creationId="{A9E346A8-B607-4EA6-5B81-C77F71F0F74C}"/>
          </ac:graphicFrameMkLst>
        </pc:graphicFrameChg>
        <pc:graphicFrameChg chg="del">
          <ac:chgData name="Organ, Christopher" userId="6a7169e7-15dd-40dc-87fd-3e6af76c0f35" providerId="ADAL" clId="{13BBB08A-5D80-4047-86C5-B6E2E5FBD82A}" dt="2024-11-29T13:45:27.415" v="122" actId="478"/>
          <ac:graphicFrameMkLst>
            <pc:docMk/>
            <pc:sldMk cId="2390703491" sldId="256"/>
            <ac:graphicFrameMk id="6" creationId="{7448390E-7417-CC2A-29AD-81661E4FAA4C}"/>
          </ac:graphicFrameMkLst>
        </pc:graphicFrameChg>
        <pc:graphicFrameChg chg="del">
          <ac:chgData name="Organ, Christopher" userId="6a7169e7-15dd-40dc-87fd-3e6af76c0f35" providerId="ADAL" clId="{13BBB08A-5D80-4047-86C5-B6E2E5FBD82A}" dt="2024-11-29T13:45:27.415" v="122" actId="478"/>
          <ac:graphicFrameMkLst>
            <pc:docMk/>
            <pc:sldMk cId="2390703491" sldId="256"/>
            <ac:graphicFrameMk id="8" creationId="{A836BB87-D458-F734-ABB3-E3ACA29BB76E}"/>
          </ac:graphicFrameMkLst>
        </pc:graphicFrameChg>
        <pc:graphicFrameChg chg="mod modGraphic">
          <ac:chgData name="Organ, Christopher" userId="6a7169e7-15dd-40dc-87fd-3e6af76c0f35" providerId="ADAL" clId="{13BBB08A-5D80-4047-86C5-B6E2E5FBD82A}" dt="2024-11-29T14:02:18.031" v="267" actId="1076"/>
          <ac:graphicFrameMkLst>
            <pc:docMk/>
            <pc:sldMk cId="2390703491" sldId="256"/>
            <ac:graphicFrameMk id="10" creationId="{999F88FE-2774-29B3-C8FD-B4EEEFEE2C8E}"/>
          </ac:graphicFrameMkLst>
        </pc:graphicFrameChg>
        <pc:graphicFrameChg chg="mod modGraphic">
          <ac:chgData name="Organ, Christopher" userId="6a7169e7-15dd-40dc-87fd-3e6af76c0f35" providerId="ADAL" clId="{13BBB08A-5D80-4047-86C5-B6E2E5FBD82A}" dt="2024-11-29T14:02:18.031" v="267" actId="1076"/>
          <ac:graphicFrameMkLst>
            <pc:docMk/>
            <pc:sldMk cId="2390703491" sldId="256"/>
            <ac:graphicFrameMk id="12" creationId="{F69988F5-78F5-4F63-442A-0ACABBF84C68}"/>
          </ac:graphicFrameMkLst>
        </pc:graphicFrameChg>
        <pc:graphicFrameChg chg="add mod modGraphic">
          <ac:chgData name="Organ, Christopher" userId="6a7169e7-15dd-40dc-87fd-3e6af76c0f35" providerId="ADAL" clId="{13BBB08A-5D80-4047-86C5-B6E2E5FBD82A}" dt="2024-11-29T14:02:18.031" v="267" actId="1076"/>
          <ac:graphicFrameMkLst>
            <pc:docMk/>
            <pc:sldMk cId="2390703491" sldId="256"/>
            <ac:graphicFrameMk id="15" creationId="{7D2B3D45-9774-2525-5665-6A1CECA841AE}"/>
          </ac:graphicFrameMkLst>
        </pc:graphicFrameChg>
        <pc:graphicFrameChg chg="mod modGraphic">
          <ac:chgData name="Organ, Christopher" userId="6a7169e7-15dd-40dc-87fd-3e6af76c0f35" providerId="ADAL" clId="{13BBB08A-5D80-4047-86C5-B6E2E5FBD82A}" dt="2024-11-29T14:02:18.031" v="267" actId="1076"/>
          <ac:graphicFrameMkLst>
            <pc:docMk/>
            <pc:sldMk cId="2390703491" sldId="256"/>
            <ac:graphicFrameMk id="16" creationId="{CACA7763-F0D4-12ED-48CF-A231AC85A7FF}"/>
          </ac:graphicFrameMkLst>
        </pc:graphicFrameChg>
        <pc:graphicFrameChg chg="mod modGraphic">
          <ac:chgData name="Organ, Christopher" userId="6a7169e7-15dd-40dc-87fd-3e6af76c0f35" providerId="ADAL" clId="{13BBB08A-5D80-4047-86C5-B6E2E5FBD82A}" dt="2024-11-29T14:02:18.031" v="267" actId="1076"/>
          <ac:graphicFrameMkLst>
            <pc:docMk/>
            <pc:sldMk cId="2390703491" sldId="256"/>
            <ac:graphicFrameMk id="18" creationId="{71393531-CC50-624A-3F1E-674F7515BF96}"/>
          </ac:graphicFrameMkLst>
        </pc:graphicFrameChg>
        <pc:graphicFrameChg chg="mod modGraphic">
          <ac:chgData name="Organ, Christopher" userId="6a7169e7-15dd-40dc-87fd-3e6af76c0f35" providerId="ADAL" clId="{13BBB08A-5D80-4047-86C5-B6E2E5FBD82A}" dt="2024-11-29T14:02:18.031" v="267" actId="1076"/>
          <ac:graphicFrameMkLst>
            <pc:docMk/>
            <pc:sldMk cId="2390703491" sldId="256"/>
            <ac:graphicFrameMk id="20" creationId="{1CA52550-0228-9A15-D26B-E9B372BB5A9C}"/>
          </ac:graphicFrameMkLst>
        </pc:graphicFrameChg>
        <pc:graphicFrameChg chg="del modGraphic">
          <ac:chgData name="Organ, Christopher" userId="6a7169e7-15dd-40dc-87fd-3e6af76c0f35" providerId="ADAL" clId="{13BBB08A-5D80-4047-86C5-B6E2E5FBD82A}" dt="2024-11-29T13:45:20.712" v="121" actId="478"/>
          <ac:graphicFrameMkLst>
            <pc:docMk/>
            <pc:sldMk cId="2390703491" sldId="256"/>
            <ac:graphicFrameMk id="22" creationId="{91AE848A-BD7F-37D6-522C-058406BBB488}"/>
          </ac:graphicFrameMkLst>
        </pc:graphicFrameChg>
        <pc:graphicFrameChg chg="del">
          <ac:chgData name="Organ, Christopher" userId="6a7169e7-15dd-40dc-87fd-3e6af76c0f35" providerId="ADAL" clId="{13BBB08A-5D80-4047-86C5-B6E2E5FBD82A}" dt="2024-11-29T13:45:20.712" v="121" actId="478"/>
          <ac:graphicFrameMkLst>
            <pc:docMk/>
            <pc:sldMk cId="2390703491" sldId="256"/>
            <ac:graphicFrameMk id="24" creationId="{B3C7737F-5DF3-D8BB-277C-901ACE215E74}"/>
          </ac:graphicFrameMkLst>
        </pc:graphicFrameChg>
        <pc:graphicFrameChg chg="del">
          <ac:chgData name="Organ, Christopher" userId="6a7169e7-15dd-40dc-87fd-3e6af76c0f35" providerId="ADAL" clId="{13BBB08A-5D80-4047-86C5-B6E2E5FBD82A}" dt="2024-11-29T13:45:20.712" v="121" actId="478"/>
          <ac:graphicFrameMkLst>
            <pc:docMk/>
            <pc:sldMk cId="2390703491" sldId="256"/>
            <ac:graphicFrameMk id="26" creationId="{9AAFA60C-85BD-FF58-4DA5-9ABA4EC642D8}"/>
          </ac:graphicFrameMkLst>
        </pc:graphicFrameChg>
        <pc:graphicFrameChg chg="add mod modGraphic">
          <ac:chgData name="Organ, Christopher" userId="6a7169e7-15dd-40dc-87fd-3e6af76c0f35" providerId="ADAL" clId="{13BBB08A-5D80-4047-86C5-B6E2E5FBD82A}" dt="2024-11-29T14:02:18.031" v="267" actId="1076"/>
          <ac:graphicFrameMkLst>
            <pc:docMk/>
            <pc:sldMk cId="2390703491" sldId="256"/>
            <ac:graphicFrameMk id="28" creationId="{80C80711-6676-872E-4669-8CE7F7D9A4C6}"/>
          </ac:graphicFrameMkLst>
        </pc:graphicFrameChg>
        <pc:graphicFrameChg chg="add mod modGraphic">
          <ac:chgData name="Organ, Christopher" userId="6a7169e7-15dd-40dc-87fd-3e6af76c0f35" providerId="ADAL" clId="{13BBB08A-5D80-4047-86C5-B6E2E5FBD82A}" dt="2024-11-29T14:02:18.031" v="267" actId="1076"/>
          <ac:graphicFrameMkLst>
            <pc:docMk/>
            <pc:sldMk cId="2390703491" sldId="256"/>
            <ac:graphicFrameMk id="29" creationId="{969B7EA3-F415-930B-2BBE-12F1811C0BCD}"/>
          </ac:graphicFrameMkLst>
        </pc:graphicFrameChg>
        <pc:graphicFrameChg chg="add mod modGraphic">
          <ac:chgData name="Organ, Christopher" userId="6a7169e7-15dd-40dc-87fd-3e6af76c0f35" providerId="ADAL" clId="{13BBB08A-5D80-4047-86C5-B6E2E5FBD82A}" dt="2024-11-29T14:02:18.031" v="267" actId="1076"/>
          <ac:graphicFrameMkLst>
            <pc:docMk/>
            <pc:sldMk cId="2390703491" sldId="256"/>
            <ac:graphicFrameMk id="30" creationId="{D4976191-A617-0F5A-1345-CF9FE65BA5A4}"/>
          </ac:graphicFrameMkLst>
        </pc:graphicFrameChg>
        <pc:graphicFrameChg chg="add mod modGraphic">
          <ac:chgData name="Organ, Christopher" userId="6a7169e7-15dd-40dc-87fd-3e6af76c0f35" providerId="ADAL" clId="{13BBB08A-5D80-4047-86C5-B6E2E5FBD82A}" dt="2024-11-29T14:02:18.031" v="267" actId="1076"/>
          <ac:graphicFrameMkLst>
            <pc:docMk/>
            <pc:sldMk cId="2390703491" sldId="256"/>
            <ac:graphicFrameMk id="31" creationId="{620C10EF-0704-5200-6E41-395A80923378}"/>
          </ac:graphicFrameMkLst>
        </pc:graphicFrameChg>
      </pc:sldChg>
      <pc:sldMasterChg chg="modSp modSldLayout">
        <pc:chgData name="Organ, Christopher" userId="6a7169e7-15dd-40dc-87fd-3e6af76c0f35" providerId="ADAL" clId="{13BBB08A-5D80-4047-86C5-B6E2E5FBD82A}" dt="2024-11-29T14:01:22.794" v="265"/>
        <pc:sldMasterMkLst>
          <pc:docMk/>
          <pc:sldMasterMk cId="2122905714" sldId="2147483672"/>
        </pc:sldMasterMkLst>
        <pc:spChg chg="mod">
          <ac:chgData name="Organ, Christopher" userId="6a7169e7-15dd-40dc-87fd-3e6af76c0f35" providerId="ADAL" clId="{13BBB08A-5D80-4047-86C5-B6E2E5FBD82A}" dt="2024-11-29T14:01:22.794" v="265"/>
          <ac:spMkLst>
            <pc:docMk/>
            <pc:sldMasterMk cId="2122905714" sldId="2147483672"/>
            <ac:spMk id="2" creationId="{00000000-0000-0000-0000-000000000000}"/>
          </ac:spMkLst>
        </pc:spChg>
        <pc:spChg chg="mod">
          <ac:chgData name="Organ, Christopher" userId="6a7169e7-15dd-40dc-87fd-3e6af76c0f35" providerId="ADAL" clId="{13BBB08A-5D80-4047-86C5-B6E2E5FBD82A}" dt="2024-11-29T14:01:22.794" v="265"/>
          <ac:spMkLst>
            <pc:docMk/>
            <pc:sldMasterMk cId="2122905714" sldId="2147483672"/>
            <ac:spMk id="3" creationId="{00000000-0000-0000-0000-000000000000}"/>
          </ac:spMkLst>
        </pc:spChg>
        <pc:spChg chg="mod">
          <ac:chgData name="Organ, Christopher" userId="6a7169e7-15dd-40dc-87fd-3e6af76c0f35" providerId="ADAL" clId="{13BBB08A-5D80-4047-86C5-B6E2E5FBD82A}" dt="2024-11-29T14:01:22.794" v="265"/>
          <ac:spMkLst>
            <pc:docMk/>
            <pc:sldMasterMk cId="2122905714" sldId="2147483672"/>
            <ac:spMk id="4" creationId="{00000000-0000-0000-0000-000000000000}"/>
          </ac:spMkLst>
        </pc:spChg>
        <pc:spChg chg="mod">
          <ac:chgData name="Organ, Christopher" userId="6a7169e7-15dd-40dc-87fd-3e6af76c0f35" providerId="ADAL" clId="{13BBB08A-5D80-4047-86C5-B6E2E5FBD82A}" dt="2024-11-29T14:01:22.794" v="265"/>
          <ac:spMkLst>
            <pc:docMk/>
            <pc:sldMasterMk cId="2122905714" sldId="2147483672"/>
            <ac:spMk id="5" creationId="{00000000-0000-0000-0000-000000000000}"/>
          </ac:spMkLst>
        </pc:spChg>
        <pc:spChg chg="mod">
          <ac:chgData name="Organ, Christopher" userId="6a7169e7-15dd-40dc-87fd-3e6af76c0f35" providerId="ADAL" clId="{13BBB08A-5D80-4047-86C5-B6E2E5FBD82A}" dt="2024-11-29T14:01:22.794" v="265"/>
          <ac:spMkLst>
            <pc:docMk/>
            <pc:sldMasterMk cId="2122905714" sldId="2147483672"/>
            <ac:spMk id="6" creationId="{00000000-0000-0000-0000-000000000000}"/>
          </ac:spMkLst>
        </pc:spChg>
        <pc:sldLayoutChg chg="modSp">
          <pc:chgData name="Organ, Christopher" userId="6a7169e7-15dd-40dc-87fd-3e6af76c0f35" providerId="ADAL" clId="{13BBB08A-5D80-4047-86C5-B6E2E5FBD82A}" dt="2024-11-29T14:01:22.794" v="265"/>
          <pc:sldLayoutMkLst>
            <pc:docMk/>
            <pc:sldMasterMk cId="2122905714" sldId="2147483672"/>
            <pc:sldLayoutMk cId="217749772" sldId="2147483673"/>
          </pc:sldLayoutMkLst>
          <pc:spChg chg="mod">
            <ac:chgData name="Organ, Christopher" userId="6a7169e7-15dd-40dc-87fd-3e6af76c0f35" providerId="ADAL" clId="{13BBB08A-5D80-4047-86C5-B6E2E5FBD82A}" dt="2024-11-29T14:01:22.794" v="265"/>
            <ac:spMkLst>
              <pc:docMk/>
              <pc:sldMasterMk cId="2122905714" sldId="2147483672"/>
              <pc:sldLayoutMk cId="217749772" sldId="2147483673"/>
              <ac:spMk id="2" creationId="{00000000-0000-0000-0000-000000000000}"/>
            </ac:spMkLst>
          </pc:spChg>
          <pc:spChg chg="mod">
            <ac:chgData name="Organ, Christopher" userId="6a7169e7-15dd-40dc-87fd-3e6af76c0f35" providerId="ADAL" clId="{13BBB08A-5D80-4047-86C5-B6E2E5FBD82A}" dt="2024-11-29T14:01:22.794" v="265"/>
            <ac:spMkLst>
              <pc:docMk/>
              <pc:sldMasterMk cId="2122905714" sldId="2147483672"/>
              <pc:sldLayoutMk cId="217749772" sldId="2147483673"/>
              <ac:spMk id="3" creationId="{00000000-0000-0000-0000-000000000000}"/>
            </ac:spMkLst>
          </pc:spChg>
        </pc:sldLayoutChg>
        <pc:sldLayoutChg chg="modSp">
          <pc:chgData name="Organ, Christopher" userId="6a7169e7-15dd-40dc-87fd-3e6af76c0f35" providerId="ADAL" clId="{13BBB08A-5D80-4047-86C5-B6E2E5FBD82A}" dt="2024-11-29T14:01:22.794" v="265"/>
          <pc:sldLayoutMkLst>
            <pc:docMk/>
            <pc:sldMasterMk cId="2122905714" sldId="2147483672"/>
            <pc:sldLayoutMk cId="2486747502" sldId="2147483675"/>
          </pc:sldLayoutMkLst>
          <pc:spChg chg="mod">
            <ac:chgData name="Organ, Christopher" userId="6a7169e7-15dd-40dc-87fd-3e6af76c0f35" providerId="ADAL" clId="{13BBB08A-5D80-4047-86C5-B6E2E5FBD82A}" dt="2024-11-29T14:01:22.794" v="265"/>
            <ac:spMkLst>
              <pc:docMk/>
              <pc:sldMasterMk cId="2122905714" sldId="2147483672"/>
              <pc:sldLayoutMk cId="2486747502" sldId="2147483675"/>
              <ac:spMk id="2" creationId="{00000000-0000-0000-0000-000000000000}"/>
            </ac:spMkLst>
          </pc:spChg>
          <pc:spChg chg="mod">
            <ac:chgData name="Organ, Christopher" userId="6a7169e7-15dd-40dc-87fd-3e6af76c0f35" providerId="ADAL" clId="{13BBB08A-5D80-4047-86C5-B6E2E5FBD82A}" dt="2024-11-29T14:01:22.794" v="265"/>
            <ac:spMkLst>
              <pc:docMk/>
              <pc:sldMasterMk cId="2122905714" sldId="2147483672"/>
              <pc:sldLayoutMk cId="2486747502" sldId="2147483675"/>
              <ac:spMk id="3" creationId="{00000000-0000-0000-0000-000000000000}"/>
            </ac:spMkLst>
          </pc:spChg>
        </pc:sldLayoutChg>
        <pc:sldLayoutChg chg="modSp">
          <pc:chgData name="Organ, Christopher" userId="6a7169e7-15dd-40dc-87fd-3e6af76c0f35" providerId="ADAL" clId="{13BBB08A-5D80-4047-86C5-B6E2E5FBD82A}" dt="2024-11-29T14:01:22.794" v="265"/>
          <pc:sldLayoutMkLst>
            <pc:docMk/>
            <pc:sldMasterMk cId="2122905714" sldId="2147483672"/>
            <pc:sldLayoutMk cId="565868422" sldId="2147483676"/>
          </pc:sldLayoutMkLst>
          <pc:spChg chg="mod">
            <ac:chgData name="Organ, Christopher" userId="6a7169e7-15dd-40dc-87fd-3e6af76c0f35" providerId="ADAL" clId="{13BBB08A-5D80-4047-86C5-B6E2E5FBD82A}" dt="2024-11-29T14:01:22.794" v="265"/>
            <ac:spMkLst>
              <pc:docMk/>
              <pc:sldMasterMk cId="2122905714" sldId="2147483672"/>
              <pc:sldLayoutMk cId="565868422" sldId="2147483676"/>
              <ac:spMk id="3" creationId="{00000000-0000-0000-0000-000000000000}"/>
            </ac:spMkLst>
          </pc:spChg>
          <pc:spChg chg="mod">
            <ac:chgData name="Organ, Christopher" userId="6a7169e7-15dd-40dc-87fd-3e6af76c0f35" providerId="ADAL" clId="{13BBB08A-5D80-4047-86C5-B6E2E5FBD82A}" dt="2024-11-29T14:01:22.794" v="265"/>
            <ac:spMkLst>
              <pc:docMk/>
              <pc:sldMasterMk cId="2122905714" sldId="2147483672"/>
              <pc:sldLayoutMk cId="565868422" sldId="2147483676"/>
              <ac:spMk id="4" creationId="{00000000-0000-0000-0000-000000000000}"/>
            </ac:spMkLst>
          </pc:spChg>
        </pc:sldLayoutChg>
        <pc:sldLayoutChg chg="modSp">
          <pc:chgData name="Organ, Christopher" userId="6a7169e7-15dd-40dc-87fd-3e6af76c0f35" providerId="ADAL" clId="{13BBB08A-5D80-4047-86C5-B6E2E5FBD82A}" dt="2024-11-29T14:01:22.794" v="265"/>
          <pc:sldLayoutMkLst>
            <pc:docMk/>
            <pc:sldMasterMk cId="2122905714" sldId="2147483672"/>
            <pc:sldLayoutMk cId="355844934" sldId="2147483677"/>
          </pc:sldLayoutMkLst>
          <pc:spChg chg="mod">
            <ac:chgData name="Organ, Christopher" userId="6a7169e7-15dd-40dc-87fd-3e6af76c0f35" providerId="ADAL" clId="{13BBB08A-5D80-4047-86C5-B6E2E5FBD82A}" dt="2024-11-29T14:01:22.794" v="265"/>
            <ac:spMkLst>
              <pc:docMk/>
              <pc:sldMasterMk cId="2122905714" sldId="2147483672"/>
              <pc:sldLayoutMk cId="355844934" sldId="2147483677"/>
              <ac:spMk id="2" creationId="{00000000-0000-0000-0000-000000000000}"/>
            </ac:spMkLst>
          </pc:spChg>
          <pc:spChg chg="mod">
            <ac:chgData name="Organ, Christopher" userId="6a7169e7-15dd-40dc-87fd-3e6af76c0f35" providerId="ADAL" clId="{13BBB08A-5D80-4047-86C5-B6E2E5FBD82A}" dt="2024-11-29T14:01:22.794" v="265"/>
            <ac:spMkLst>
              <pc:docMk/>
              <pc:sldMasterMk cId="2122905714" sldId="2147483672"/>
              <pc:sldLayoutMk cId="355844934" sldId="2147483677"/>
              <ac:spMk id="3" creationId="{00000000-0000-0000-0000-000000000000}"/>
            </ac:spMkLst>
          </pc:spChg>
          <pc:spChg chg="mod">
            <ac:chgData name="Organ, Christopher" userId="6a7169e7-15dd-40dc-87fd-3e6af76c0f35" providerId="ADAL" clId="{13BBB08A-5D80-4047-86C5-B6E2E5FBD82A}" dt="2024-11-29T14:01:22.794" v="265"/>
            <ac:spMkLst>
              <pc:docMk/>
              <pc:sldMasterMk cId="2122905714" sldId="2147483672"/>
              <pc:sldLayoutMk cId="355844934" sldId="2147483677"/>
              <ac:spMk id="4" creationId="{00000000-0000-0000-0000-000000000000}"/>
            </ac:spMkLst>
          </pc:spChg>
          <pc:spChg chg="mod">
            <ac:chgData name="Organ, Christopher" userId="6a7169e7-15dd-40dc-87fd-3e6af76c0f35" providerId="ADAL" clId="{13BBB08A-5D80-4047-86C5-B6E2E5FBD82A}" dt="2024-11-29T14:01:22.794" v="265"/>
            <ac:spMkLst>
              <pc:docMk/>
              <pc:sldMasterMk cId="2122905714" sldId="2147483672"/>
              <pc:sldLayoutMk cId="355844934" sldId="2147483677"/>
              <ac:spMk id="5" creationId="{00000000-0000-0000-0000-000000000000}"/>
            </ac:spMkLst>
          </pc:spChg>
          <pc:spChg chg="mod">
            <ac:chgData name="Organ, Christopher" userId="6a7169e7-15dd-40dc-87fd-3e6af76c0f35" providerId="ADAL" clId="{13BBB08A-5D80-4047-86C5-B6E2E5FBD82A}" dt="2024-11-29T14:01:22.794" v="265"/>
            <ac:spMkLst>
              <pc:docMk/>
              <pc:sldMasterMk cId="2122905714" sldId="2147483672"/>
              <pc:sldLayoutMk cId="355844934" sldId="2147483677"/>
              <ac:spMk id="6" creationId="{00000000-0000-0000-0000-000000000000}"/>
            </ac:spMkLst>
          </pc:spChg>
        </pc:sldLayoutChg>
        <pc:sldLayoutChg chg="modSp">
          <pc:chgData name="Organ, Christopher" userId="6a7169e7-15dd-40dc-87fd-3e6af76c0f35" providerId="ADAL" clId="{13BBB08A-5D80-4047-86C5-B6E2E5FBD82A}" dt="2024-11-29T14:01:22.794" v="265"/>
          <pc:sldLayoutMkLst>
            <pc:docMk/>
            <pc:sldMasterMk cId="2122905714" sldId="2147483672"/>
            <pc:sldLayoutMk cId="1135024199" sldId="2147483680"/>
          </pc:sldLayoutMkLst>
          <pc:spChg chg="mod">
            <ac:chgData name="Organ, Christopher" userId="6a7169e7-15dd-40dc-87fd-3e6af76c0f35" providerId="ADAL" clId="{13BBB08A-5D80-4047-86C5-B6E2E5FBD82A}" dt="2024-11-29T14:01:22.794" v="265"/>
            <ac:spMkLst>
              <pc:docMk/>
              <pc:sldMasterMk cId="2122905714" sldId="2147483672"/>
              <pc:sldLayoutMk cId="1135024199" sldId="2147483680"/>
              <ac:spMk id="2" creationId="{00000000-0000-0000-0000-000000000000}"/>
            </ac:spMkLst>
          </pc:spChg>
          <pc:spChg chg="mod">
            <ac:chgData name="Organ, Christopher" userId="6a7169e7-15dd-40dc-87fd-3e6af76c0f35" providerId="ADAL" clId="{13BBB08A-5D80-4047-86C5-B6E2E5FBD82A}" dt="2024-11-29T14:01:22.794" v="265"/>
            <ac:spMkLst>
              <pc:docMk/>
              <pc:sldMasterMk cId="2122905714" sldId="2147483672"/>
              <pc:sldLayoutMk cId="1135024199" sldId="2147483680"/>
              <ac:spMk id="3" creationId="{00000000-0000-0000-0000-000000000000}"/>
            </ac:spMkLst>
          </pc:spChg>
          <pc:spChg chg="mod">
            <ac:chgData name="Organ, Christopher" userId="6a7169e7-15dd-40dc-87fd-3e6af76c0f35" providerId="ADAL" clId="{13BBB08A-5D80-4047-86C5-B6E2E5FBD82A}" dt="2024-11-29T14:01:22.794" v="265"/>
            <ac:spMkLst>
              <pc:docMk/>
              <pc:sldMasterMk cId="2122905714" sldId="2147483672"/>
              <pc:sldLayoutMk cId="1135024199" sldId="2147483680"/>
              <ac:spMk id="4" creationId="{00000000-0000-0000-0000-000000000000}"/>
            </ac:spMkLst>
          </pc:spChg>
        </pc:sldLayoutChg>
        <pc:sldLayoutChg chg="modSp">
          <pc:chgData name="Organ, Christopher" userId="6a7169e7-15dd-40dc-87fd-3e6af76c0f35" providerId="ADAL" clId="{13BBB08A-5D80-4047-86C5-B6E2E5FBD82A}" dt="2024-11-29T14:01:22.794" v="265"/>
          <pc:sldLayoutMkLst>
            <pc:docMk/>
            <pc:sldMasterMk cId="2122905714" sldId="2147483672"/>
            <pc:sldLayoutMk cId="352754380" sldId="2147483681"/>
          </pc:sldLayoutMkLst>
          <pc:spChg chg="mod">
            <ac:chgData name="Organ, Christopher" userId="6a7169e7-15dd-40dc-87fd-3e6af76c0f35" providerId="ADAL" clId="{13BBB08A-5D80-4047-86C5-B6E2E5FBD82A}" dt="2024-11-29T14:01:22.794" v="265"/>
            <ac:spMkLst>
              <pc:docMk/>
              <pc:sldMasterMk cId="2122905714" sldId="2147483672"/>
              <pc:sldLayoutMk cId="352754380" sldId="2147483681"/>
              <ac:spMk id="2" creationId="{00000000-0000-0000-0000-000000000000}"/>
            </ac:spMkLst>
          </pc:spChg>
          <pc:spChg chg="mod">
            <ac:chgData name="Organ, Christopher" userId="6a7169e7-15dd-40dc-87fd-3e6af76c0f35" providerId="ADAL" clId="{13BBB08A-5D80-4047-86C5-B6E2E5FBD82A}" dt="2024-11-29T14:01:22.794" v="265"/>
            <ac:spMkLst>
              <pc:docMk/>
              <pc:sldMasterMk cId="2122905714" sldId="2147483672"/>
              <pc:sldLayoutMk cId="352754380" sldId="2147483681"/>
              <ac:spMk id="3" creationId="{00000000-0000-0000-0000-000000000000}"/>
            </ac:spMkLst>
          </pc:spChg>
          <pc:spChg chg="mod">
            <ac:chgData name="Organ, Christopher" userId="6a7169e7-15dd-40dc-87fd-3e6af76c0f35" providerId="ADAL" clId="{13BBB08A-5D80-4047-86C5-B6E2E5FBD82A}" dt="2024-11-29T14:01:22.794" v="265"/>
            <ac:spMkLst>
              <pc:docMk/>
              <pc:sldMasterMk cId="2122905714" sldId="2147483672"/>
              <pc:sldLayoutMk cId="352754380" sldId="2147483681"/>
              <ac:spMk id="4" creationId="{00000000-0000-0000-0000-000000000000}"/>
            </ac:spMkLst>
          </pc:spChg>
        </pc:sldLayoutChg>
        <pc:sldLayoutChg chg="modSp">
          <pc:chgData name="Organ, Christopher" userId="6a7169e7-15dd-40dc-87fd-3e6af76c0f35" providerId="ADAL" clId="{13BBB08A-5D80-4047-86C5-B6E2E5FBD82A}" dt="2024-11-29T14:01:22.794" v="265"/>
          <pc:sldLayoutMkLst>
            <pc:docMk/>
            <pc:sldMasterMk cId="2122905714" sldId="2147483672"/>
            <pc:sldLayoutMk cId="3083356516" sldId="2147483683"/>
          </pc:sldLayoutMkLst>
          <pc:spChg chg="mod">
            <ac:chgData name="Organ, Christopher" userId="6a7169e7-15dd-40dc-87fd-3e6af76c0f35" providerId="ADAL" clId="{13BBB08A-5D80-4047-86C5-B6E2E5FBD82A}" dt="2024-11-29T14:01:22.794" v="265"/>
            <ac:spMkLst>
              <pc:docMk/>
              <pc:sldMasterMk cId="2122905714" sldId="2147483672"/>
              <pc:sldLayoutMk cId="3083356516" sldId="2147483683"/>
              <ac:spMk id="2" creationId="{00000000-0000-0000-0000-000000000000}"/>
            </ac:spMkLst>
          </pc:spChg>
          <pc:spChg chg="mod">
            <ac:chgData name="Organ, Christopher" userId="6a7169e7-15dd-40dc-87fd-3e6af76c0f35" providerId="ADAL" clId="{13BBB08A-5D80-4047-86C5-B6E2E5FBD82A}" dt="2024-11-29T14:01:22.794" v="265"/>
            <ac:spMkLst>
              <pc:docMk/>
              <pc:sldMasterMk cId="2122905714" sldId="2147483672"/>
              <pc:sldLayoutMk cId="3083356516" sldId="2147483683"/>
              <ac:spMk id="3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6368" y="1167309"/>
            <a:ext cx="5285502" cy="2483215"/>
          </a:xfrm>
        </p:spPr>
        <p:txBody>
          <a:bodyPr anchor="b"/>
          <a:lstStyle>
            <a:lvl1pPr algn="ctr">
              <a:defRPr sz="40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7280" y="3746287"/>
            <a:ext cx="4663679" cy="1722069"/>
          </a:xfrm>
        </p:spPr>
        <p:txBody>
          <a:bodyPr/>
          <a:lstStyle>
            <a:lvl1pPr marL="0" indent="0" algn="ctr">
              <a:buNone/>
              <a:defRPr sz="1632"/>
            </a:lvl1pPr>
            <a:lvl2pPr marL="310896" indent="0" algn="ctr">
              <a:buNone/>
              <a:defRPr sz="1360"/>
            </a:lvl2pPr>
            <a:lvl3pPr marL="621792" indent="0" algn="ctr">
              <a:buNone/>
              <a:defRPr sz="1224"/>
            </a:lvl3pPr>
            <a:lvl4pPr marL="932688" indent="0" algn="ctr">
              <a:buNone/>
              <a:defRPr sz="1088"/>
            </a:lvl4pPr>
            <a:lvl5pPr marL="1243584" indent="0" algn="ctr">
              <a:buNone/>
              <a:defRPr sz="1088"/>
            </a:lvl5pPr>
            <a:lvl6pPr marL="1554480" indent="0" algn="ctr">
              <a:buNone/>
              <a:defRPr sz="1088"/>
            </a:lvl6pPr>
            <a:lvl7pPr marL="1865376" indent="0" algn="ctr">
              <a:buNone/>
              <a:defRPr sz="1088"/>
            </a:lvl7pPr>
            <a:lvl8pPr marL="2176272" indent="0" algn="ctr">
              <a:buNone/>
              <a:defRPr sz="1088"/>
            </a:lvl8pPr>
            <a:lvl9pPr marL="2487168" indent="0" algn="ctr">
              <a:buNone/>
              <a:defRPr sz="108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06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021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4266" y="1778208"/>
            <a:ext cx="5363230" cy="2966979"/>
          </a:xfrm>
        </p:spPr>
        <p:txBody>
          <a:bodyPr anchor="b"/>
          <a:lstStyle>
            <a:lvl1pPr>
              <a:defRPr sz="40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4266" y="4773256"/>
            <a:ext cx="5363230" cy="1560264"/>
          </a:xfrm>
        </p:spPr>
        <p:txBody>
          <a:bodyPr/>
          <a:lstStyle>
            <a:lvl1pPr marL="0" indent="0">
              <a:buNone/>
              <a:defRPr sz="1632">
                <a:solidFill>
                  <a:schemeClr val="tx1"/>
                </a:solidFill>
              </a:defRPr>
            </a:lvl1pPr>
            <a:lvl2pPr marL="310896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2pPr>
            <a:lvl3pPr marL="621792" indent="0">
              <a:buNone/>
              <a:defRPr sz="1224">
                <a:solidFill>
                  <a:schemeClr val="tx1">
                    <a:tint val="75000"/>
                  </a:schemeClr>
                </a:solidFill>
              </a:defRPr>
            </a:lvl3pPr>
            <a:lvl4pPr marL="932688" indent="0">
              <a:buNone/>
              <a:defRPr sz="1088">
                <a:solidFill>
                  <a:schemeClr val="tx1">
                    <a:tint val="75000"/>
                  </a:schemeClr>
                </a:solidFill>
              </a:defRPr>
            </a:lvl4pPr>
            <a:lvl5pPr marL="1243584" indent="0">
              <a:buNone/>
              <a:defRPr sz="1088">
                <a:solidFill>
                  <a:schemeClr val="tx1">
                    <a:tint val="75000"/>
                  </a:schemeClr>
                </a:solidFill>
              </a:defRPr>
            </a:lvl5pPr>
            <a:lvl6pPr marL="1554480" indent="0">
              <a:buNone/>
              <a:defRPr sz="1088">
                <a:solidFill>
                  <a:schemeClr val="tx1">
                    <a:tint val="75000"/>
                  </a:schemeClr>
                </a:solidFill>
              </a:defRPr>
            </a:lvl6pPr>
            <a:lvl7pPr marL="1865376" indent="0">
              <a:buNone/>
              <a:defRPr sz="1088">
                <a:solidFill>
                  <a:schemeClr val="tx1">
                    <a:tint val="75000"/>
                  </a:schemeClr>
                </a:solidFill>
              </a:defRPr>
            </a:lvl7pPr>
            <a:lvl8pPr marL="2176272" indent="0">
              <a:buNone/>
              <a:defRPr sz="1088">
                <a:solidFill>
                  <a:schemeClr val="tx1">
                    <a:tint val="75000"/>
                  </a:schemeClr>
                </a:solidFill>
              </a:defRPr>
            </a:lvl8pPr>
            <a:lvl9pPr marL="2487168" indent="0">
              <a:buNone/>
              <a:defRPr sz="10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858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7504" y="1898735"/>
            <a:ext cx="2642751" cy="452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7983" y="1898735"/>
            <a:ext cx="2642751" cy="452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13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314" y="379748"/>
            <a:ext cx="5363230" cy="13786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8314" y="1748487"/>
            <a:ext cx="2630606" cy="856907"/>
          </a:xfrm>
        </p:spPr>
        <p:txBody>
          <a:bodyPr anchor="b"/>
          <a:lstStyle>
            <a:lvl1pPr marL="0" indent="0">
              <a:buNone/>
              <a:defRPr sz="1632" b="1"/>
            </a:lvl1pPr>
            <a:lvl2pPr marL="310896" indent="0">
              <a:buNone/>
              <a:defRPr sz="1360" b="1"/>
            </a:lvl2pPr>
            <a:lvl3pPr marL="621792" indent="0">
              <a:buNone/>
              <a:defRPr sz="1224" b="1"/>
            </a:lvl3pPr>
            <a:lvl4pPr marL="932688" indent="0">
              <a:buNone/>
              <a:defRPr sz="1088" b="1"/>
            </a:lvl4pPr>
            <a:lvl5pPr marL="1243584" indent="0">
              <a:buNone/>
              <a:defRPr sz="1088" b="1"/>
            </a:lvl5pPr>
            <a:lvl6pPr marL="1554480" indent="0">
              <a:buNone/>
              <a:defRPr sz="1088" b="1"/>
            </a:lvl6pPr>
            <a:lvl7pPr marL="1865376" indent="0">
              <a:buNone/>
              <a:defRPr sz="1088" b="1"/>
            </a:lvl7pPr>
            <a:lvl8pPr marL="2176272" indent="0">
              <a:buNone/>
              <a:defRPr sz="1088" b="1"/>
            </a:lvl8pPr>
            <a:lvl9pPr marL="2487168" indent="0">
              <a:buNone/>
              <a:defRPr sz="10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8314" y="2605394"/>
            <a:ext cx="2630606" cy="38321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47983" y="1748487"/>
            <a:ext cx="2643561" cy="856907"/>
          </a:xfrm>
        </p:spPr>
        <p:txBody>
          <a:bodyPr anchor="b"/>
          <a:lstStyle>
            <a:lvl1pPr marL="0" indent="0">
              <a:buNone/>
              <a:defRPr sz="1632" b="1"/>
            </a:lvl1pPr>
            <a:lvl2pPr marL="310896" indent="0">
              <a:buNone/>
              <a:defRPr sz="1360" b="1"/>
            </a:lvl2pPr>
            <a:lvl3pPr marL="621792" indent="0">
              <a:buNone/>
              <a:defRPr sz="1224" b="1"/>
            </a:lvl3pPr>
            <a:lvl4pPr marL="932688" indent="0">
              <a:buNone/>
              <a:defRPr sz="1088" b="1"/>
            </a:lvl4pPr>
            <a:lvl5pPr marL="1243584" indent="0">
              <a:buNone/>
              <a:defRPr sz="1088" b="1"/>
            </a:lvl5pPr>
            <a:lvl6pPr marL="1554480" indent="0">
              <a:buNone/>
              <a:defRPr sz="1088" b="1"/>
            </a:lvl6pPr>
            <a:lvl7pPr marL="1865376" indent="0">
              <a:buNone/>
              <a:defRPr sz="1088" b="1"/>
            </a:lvl7pPr>
            <a:lvl8pPr marL="2176272" indent="0">
              <a:buNone/>
              <a:defRPr sz="1088" b="1"/>
            </a:lvl8pPr>
            <a:lvl9pPr marL="2487168" indent="0">
              <a:buNone/>
              <a:defRPr sz="10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147983" y="2605394"/>
            <a:ext cx="2643561" cy="38321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070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941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063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314" y="475509"/>
            <a:ext cx="2005544" cy="1664282"/>
          </a:xfrm>
        </p:spPr>
        <p:txBody>
          <a:bodyPr anchor="b"/>
          <a:lstStyle>
            <a:lvl1pPr>
              <a:defRPr sz="217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3561" y="1026969"/>
            <a:ext cx="3147983" cy="5068796"/>
          </a:xfrm>
        </p:spPr>
        <p:txBody>
          <a:bodyPr/>
          <a:lstStyle>
            <a:lvl1pPr>
              <a:defRPr sz="2176"/>
            </a:lvl1pPr>
            <a:lvl2pPr>
              <a:defRPr sz="1904"/>
            </a:lvl2pPr>
            <a:lvl3pPr>
              <a:defRPr sz="1632"/>
            </a:lvl3pPr>
            <a:lvl4pPr>
              <a:defRPr sz="1360"/>
            </a:lvl4pPr>
            <a:lvl5pPr>
              <a:defRPr sz="1360"/>
            </a:lvl5pPr>
            <a:lvl6pPr>
              <a:defRPr sz="1360"/>
            </a:lvl6pPr>
            <a:lvl7pPr>
              <a:defRPr sz="1360"/>
            </a:lvl7pPr>
            <a:lvl8pPr>
              <a:defRPr sz="1360"/>
            </a:lvl8pPr>
            <a:lvl9pPr>
              <a:defRPr sz="13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8314" y="2139792"/>
            <a:ext cx="2005544" cy="3964228"/>
          </a:xfrm>
        </p:spPr>
        <p:txBody>
          <a:bodyPr/>
          <a:lstStyle>
            <a:lvl1pPr marL="0" indent="0">
              <a:buNone/>
              <a:defRPr sz="1088"/>
            </a:lvl1pPr>
            <a:lvl2pPr marL="310896" indent="0">
              <a:buNone/>
              <a:defRPr sz="952"/>
            </a:lvl2pPr>
            <a:lvl3pPr marL="621792" indent="0">
              <a:buNone/>
              <a:defRPr sz="816"/>
            </a:lvl3pPr>
            <a:lvl4pPr marL="932688" indent="0">
              <a:buNone/>
              <a:defRPr sz="680"/>
            </a:lvl4pPr>
            <a:lvl5pPr marL="1243584" indent="0">
              <a:buNone/>
              <a:defRPr sz="680"/>
            </a:lvl5pPr>
            <a:lvl6pPr marL="1554480" indent="0">
              <a:buNone/>
              <a:defRPr sz="680"/>
            </a:lvl6pPr>
            <a:lvl7pPr marL="1865376" indent="0">
              <a:buNone/>
              <a:defRPr sz="680"/>
            </a:lvl7pPr>
            <a:lvl8pPr marL="2176272" indent="0">
              <a:buNone/>
              <a:defRPr sz="680"/>
            </a:lvl8pPr>
            <a:lvl9pPr marL="2487168" indent="0">
              <a:buNone/>
              <a:defRPr sz="6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841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314" y="475509"/>
            <a:ext cx="2005544" cy="1664282"/>
          </a:xfrm>
        </p:spPr>
        <p:txBody>
          <a:bodyPr anchor="b"/>
          <a:lstStyle>
            <a:lvl1pPr>
              <a:defRPr sz="217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43561" y="1026969"/>
            <a:ext cx="3147983" cy="5068796"/>
          </a:xfrm>
        </p:spPr>
        <p:txBody>
          <a:bodyPr anchor="t"/>
          <a:lstStyle>
            <a:lvl1pPr marL="0" indent="0">
              <a:buNone/>
              <a:defRPr sz="2176"/>
            </a:lvl1pPr>
            <a:lvl2pPr marL="310896" indent="0">
              <a:buNone/>
              <a:defRPr sz="1904"/>
            </a:lvl2pPr>
            <a:lvl3pPr marL="621792" indent="0">
              <a:buNone/>
              <a:defRPr sz="1632"/>
            </a:lvl3pPr>
            <a:lvl4pPr marL="932688" indent="0">
              <a:buNone/>
              <a:defRPr sz="1360"/>
            </a:lvl4pPr>
            <a:lvl5pPr marL="1243584" indent="0">
              <a:buNone/>
              <a:defRPr sz="1360"/>
            </a:lvl5pPr>
            <a:lvl6pPr marL="1554480" indent="0">
              <a:buNone/>
              <a:defRPr sz="1360"/>
            </a:lvl6pPr>
            <a:lvl7pPr marL="1865376" indent="0">
              <a:buNone/>
              <a:defRPr sz="1360"/>
            </a:lvl7pPr>
            <a:lvl8pPr marL="2176272" indent="0">
              <a:buNone/>
              <a:defRPr sz="1360"/>
            </a:lvl8pPr>
            <a:lvl9pPr marL="2487168" indent="0">
              <a:buNone/>
              <a:defRPr sz="13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8314" y="2139792"/>
            <a:ext cx="2005544" cy="3964228"/>
          </a:xfrm>
        </p:spPr>
        <p:txBody>
          <a:bodyPr/>
          <a:lstStyle>
            <a:lvl1pPr marL="0" indent="0">
              <a:buNone/>
              <a:defRPr sz="1088"/>
            </a:lvl1pPr>
            <a:lvl2pPr marL="310896" indent="0">
              <a:buNone/>
              <a:defRPr sz="952"/>
            </a:lvl2pPr>
            <a:lvl3pPr marL="621792" indent="0">
              <a:buNone/>
              <a:defRPr sz="816"/>
            </a:lvl3pPr>
            <a:lvl4pPr marL="932688" indent="0">
              <a:buNone/>
              <a:defRPr sz="680"/>
            </a:lvl4pPr>
            <a:lvl5pPr marL="1243584" indent="0">
              <a:buNone/>
              <a:defRPr sz="680"/>
            </a:lvl5pPr>
            <a:lvl6pPr marL="1554480" indent="0">
              <a:buNone/>
              <a:defRPr sz="680"/>
            </a:lvl6pPr>
            <a:lvl7pPr marL="1865376" indent="0">
              <a:buNone/>
              <a:defRPr sz="680"/>
            </a:lvl7pPr>
            <a:lvl8pPr marL="2176272" indent="0">
              <a:buNone/>
              <a:defRPr sz="680"/>
            </a:lvl8pPr>
            <a:lvl9pPr marL="2487168" indent="0">
              <a:buNone/>
              <a:defRPr sz="6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035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686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49927" y="379747"/>
            <a:ext cx="1340808" cy="604458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7504" y="379747"/>
            <a:ext cx="3944695" cy="604458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333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7504" y="379748"/>
            <a:ext cx="5363230" cy="13786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7504" y="1898735"/>
            <a:ext cx="5363230" cy="45255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7504" y="6610900"/>
            <a:ext cx="1399104" cy="3797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1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59792" y="6610900"/>
            <a:ext cx="2098655" cy="3797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1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91630" y="6610900"/>
            <a:ext cx="1399104" cy="3797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670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621792" rtl="0" eaLnBrk="1" latinLnBrk="0" hangingPunct="1">
        <a:lnSpc>
          <a:spcPct val="90000"/>
        </a:lnSpc>
        <a:spcBef>
          <a:spcPct val="0"/>
        </a:spcBef>
        <a:buNone/>
        <a:defRPr sz="299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5448" indent="-155448" algn="l" defTabSz="621792" rtl="0" eaLnBrk="1" latinLnBrk="0" hangingPunct="1">
        <a:lnSpc>
          <a:spcPct val="90000"/>
        </a:lnSpc>
        <a:spcBef>
          <a:spcPts val="680"/>
        </a:spcBef>
        <a:buFont typeface="Arial" panose="020B0604020202020204" pitchFamily="34" charset="0"/>
        <a:buChar char="•"/>
        <a:defRPr sz="1904" kern="1200">
          <a:solidFill>
            <a:schemeClr val="tx1"/>
          </a:solidFill>
          <a:latin typeface="+mn-lt"/>
          <a:ea typeface="+mn-ea"/>
          <a:cs typeface="+mn-cs"/>
        </a:defRPr>
      </a:lvl1pPr>
      <a:lvl2pPr marL="466344" indent="-155448" algn="l" defTabSz="621792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632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indent="-155448" algn="l" defTabSz="621792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360" kern="1200">
          <a:solidFill>
            <a:schemeClr val="tx1"/>
          </a:solidFill>
          <a:latin typeface="+mn-lt"/>
          <a:ea typeface="+mn-ea"/>
          <a:cs typeface="+mn-cs"/>
        </a:defRPr>
      </a:lvl3pPr>
      <a:lvl4pPr marL="1088136" indent="-155448" algn="l" defTabSz="621792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224" kern="1200">
          <a:solidFill>
            <a:schemeClr val="tx1"/>
          </a:solidFill>
          <a:latin typeface="+mn-lt"/>
          <a:ea typeface="+mn-ea"/>
          <a:cs typeface="+mn-cs"/>
        </a:defRPr>
      </a:lvl4pPr>
      <a:lvl5pPr marL="1399032" indent="-155448" algn="l" defTabSz="621792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224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155448" algn="l" defTabSz="621792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224" kern="1200">
          <a:solidFill>
            <a:schemeClr val="tx1"/>
          </a:solidFill>
          <a:latin typeface="+mn-lt"/>
          <a:ea typeface="+mn-ea"/>
          <a:cs typeface="+mn-cs"/>
        </a:defRPr>
      </a:lvl6pPr>
      <a:lvl7pPr marL="2020824" indent="-155448" algn="l" defTabSz="621792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224" kern="1200">
          <a:solidFill>
            <a:schemeClr val="tx1"/>
          </a:solidFill>
          <a:latin typeface="+mn-lt"/>
          <a:ea typeface="+mn-ea"/>
          <a:cs typeface="+mn-cs"/>
        </a:defRPr>
      </a:lvl7pPr>
      <a:lvl8pPr marL="2331720" indent="-155448" algn="l" defTabSz="621792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224" kern="1200">
          <a:solidFill>
            <a:schemeClr val="tx1"/>
          </a:solidFill>
          <a:latin typeface="+mn-lt"/>
          <a:ea typeface="+mn-ea"/>
          <a:cs typeface="+mn-cs"/>
        </a:defRPr>
      </a:lvl8pPr>
      <a:lvl9pPr marL="2642616" indent="-155448" algn="l" defTabSz="621792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22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21792" rtl="0" eaLnBrk="1" latinLnBrk="0" hangingPunct="1">
        <a:defRPr sz="1224" kern="1200">
          <a:solidFill>
            <a:schemeClr val="tx1"/>
          </a:solidFill>
          <a:latin typeface="+mn-lt"/>
          <a:ea typeface="+mn-ea"/>
          <a:cs typeface="+mn-cs"/>
        </a:defRPr>
      </a:lvl1pPr>
      <a:lvl2pPr marL="310896" algn="l" defTabSz="621792" rtl="0" eaLnBrk="1" latinLnBrk="0" hangingPunct="1">
        <a:defRPr sz="1224" kern="1200">
          <a:solidFill>
            <a:schemeClr val="tx1"/>
          </a:solidFill>
          <a:latin typeface="+mn-lt"/>
          <a:ea typeface="+mn-ea"/>
          <a:cs typeface="+mn-cs"/>
        </a:defRPr>
      </a:lvl2pPr>
      <a:lvl3pPr marL="621792" algn="l" defTabSz="621792" rtl="0" eaLnBrk="1" latinLnBrk="0" hangingPunct="1">
        <a:defRPr sz="1224" kern="1200">
          <a:solidFill>
            <a:schemeClr val="tx1"/>
          </a:solidFill>
          <a:latin typeface="+mn-lt"/>
          <a:ea typeface="+mn-ea"/>
          <a:cs typeface="+mn-cs"/>
        </a:defRPr>
      </a:lvl3pPr>
      <a:lvl4pPr marL="932688" algn="l" defTabSz="621792" rtl="0" eaLnBrk="1" latinLnBrk="0" hangingPunct="1">
        <a:defRPr sz="1224" kern="1200">
          <a:solidFill>
            <a:schemeClr val="tx1"/>
          </a:solidFill>
          <a:latin typeface="+mn-lt"/>
          <a:ea typeface="+mn-ea"/>
          <a:cs typeface="+mn-cs"/>
        </a:defRPr>
      </a:lvl4pPr>
      <a:lvl5pPr marL="1243584" algn="l" defTabSz="621792" rtl="0" eaLnBrk="1" latinLnBrk="0" hangingPunct="1">
        <a:defRPr sz="1224" kern="1200">
          <a:solidFill>
            <a:schemeClr val="tx1"/>
          </a:solidFill>
          <a:latin typeface="+mn-lt"/>
          <a:ea typeface="+mn-ea"/>
          <a:cs typeface="+mn-cs"/>
        </a:defRPr>
      </a:lvl5pPr>
      <a:lvl6pPr marL="1554480" algn="l" defTabSz="621792" rtl="0" eaLnBrk="1" latinLnBrk="0" hangingPunct="1">
        <a:defRPr sz="1224" kern="1200">
          <a:solidFill>
            <a:schemeClr val="tx1"/>
          </a:solidFill>
          <a:latin typeface="+mn-lt"/>
          <a:ea typeface="+mn-ea"/>
          <a:cs typeface="+mn-cs"/>
        </a:defRPr>
      </a:lvl6pPr>
      <a:lvl7pPr marL="1865376" algn="l" defTabSz="621792" rtl="0" eaLnBrk="1" latinLnBrk="0" hangingPunct="1">
        <a:defRPr sz="1224" kern="1200">
          <a:solidFill>
            <a:schemeClr val="tx1"/>
          </a:solidFill>
          <a:latin typeface="+mn-lt"/>
          <a:ea typeface="+mn-ea"/>
          <a:cs typeface="+mn-cs"/>
        </a:defRPr>
      </a:lvl7pPr>
      <a:lvl8pPr marL="2176272" algn="l" defTabSz="621792" rtl="0" eaLnBrk="1" latinLnBrk="0" hangingPunct="1">
        <a:defRPr sz="1224" kern="1200">
          <a:solidFill>
            <a:schemeClr val="tx1"/>
          </a:solidFill>
          <a:latin typeface="+mn-lt"/>
          <a:ea typeface="+mn-ea"/>
          <a:cs typeface="+mn-cs"/>
        </a:defRPr>
      </a:lvl8pPr>
      <a:lvl9pPr marL="2487168" algn="l" defTabSz="621792" rtl="0" eaLnBrk="1" latinLnBrk="0" hangingPunct="1">
        <a:defRPr sz="122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Q1_label">
            <a:extLst>
              <a:ext uri="{FF2B5EF4-FFF2-40B4-BE49-F238E27FC236}">
                <a16:creationId xmlns:a16="http://schemas.microsoft.com/office/drawing/2014/main" id="{4542A717-4BC4-D84D-9AFF-E289FE9A1F86}"/>
              </a:ext>
            </a:extLst>
          </p:cNvPr>
          <p:cNvSpPr txBox="1"/>
          <p:nvPr/>
        </p:nvSpPr>
        <p:spPr>
          <a:xfrm>
            <a:off x="203916" y="67486"/>
            <a:ext cx="17369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equal rates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rates</a:t>
            </a:r>
          </a:p>
        </p:txBody>
      </p:sp>
      <p:graphicFrame>
        <p:nvGraphicFramePr>
          <p:cNvPr id="4" name="Q1_matrix">
            <a:extLst>
              <a:ext uri="{FF2B5EF4-FFF2-40B4-BE49-F238E27FC236}">
                <a16:creationId xmlns:a16="http://schemas.microsoft.com/office/drawing/2014/main" id="{A9E346A8-B607-4EA6-5B81-C77F71F0F7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0114256"/>
              </p:ext>
            </p:extLst>
          </p:nvPr>
        </p:nvGraphicFramePr>
        <p:xfrm>
          <a:off x="112100" y="697268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0.31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0.45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0.48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sp>
        <p:nvSpPr>
          <p:cNvPr id="11" name="Q2_label">
            <a:extLst>
              <a:ext uri="{FF2B5EF4-FFF2-40B4-BE49-F238E27FC236}">
                <a16:creationId xmlns:a16="http://schemas.microsoft.com/office/drawing/2014/main" id="{DCD89405-1914-E436-2CA1-22F2CFF76BAE}"/>
              </a:ext>
            </a:extLst>
          </p:cNvPr>
          <p:cNvSpPr txBox="1"/>
          <p:nvPr/>
        </p:nvSpPr>
        <p:spPr>
          <a:xfrm>
            <a:off x="2251362" y="67486"/>
            <a:ext cx="17369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1200" b="1" i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2</a:t>
            </a:r>
            <a:endParaRPr lang="en-US" sz="1200" b="1" baseline="-25000" dirty="0">
              <a:latin typeface="Arial" panose="020B0604020202020204" pitchFamily="34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equal rates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Medium rates</a:t>
            </a:r>
          </a:p>
        </p:txBody>
      </p:sp>
      <p:graphicFrame>
        <p:nvGraphicFramePr>
          <p:cNvPr id="10" name="Q2_matrix">
            <a:extLst>
              <a:ext uri="{FF2B5EF4-FFF2-40B4-BE49-F238E27FC236}">
                <a16:creationId xmlns:a16="http://schemas.microsoft.com/office/drawing/2014/main" id="{999F88FE-2774-29B3-C8FD-B4EEEFEE2C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3850369"/>
              </p:ext>
            </p:extLst>
          </p:nvPr>
        </p:nvGraphicFramePr>
        <p:xfrm>
          <a:off x="2159545" y="697268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0.56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0.56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0.56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0.55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0.56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0.55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0.56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0.56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sp>
        <p:nvSpPr>
          <p:cNvPr id="13" name="Q3_label">
            <a:extLst>
              <a:ext uri="{FF2B5EF4-FFF2-40B4-BE49-F238E27FC236}">
                <a16:creationId xmlns:a16="http://schemas.microsoft.com/office/drawing/2014/main" id="{52B13BD7-EB81-0818-2C53-64CB06156E8A}"/>
              </a:ext>
            </a:extLst>
          </p:cNvPr>
          <p:cNvSpPr txBox="1"/>
          <p:nvPr/>
        </p:nvSpPr>
        <p:spPr>
          <a:xfrm>
            <a:off x="4305547" y="67486"/>
            <a:ext cx="17302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1200" b="1" i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3</a:t>
            </a:r>
            <a:endParaRPr lang="en-US" sz="1200" b="1" baseline="-25000" dirty="0">
              <a:latin typeface="Arial" panose="020B0604020202020204" pitchFamily="34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equal rates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rates</a:t>
            </a:r>
          </a:p>
        </p:txBody>
      </p:sp>
      <p:graphicFrame>
        <p:nvGraphicFramePr>
          <p:cNvPr id="12" name="Q3_matrix">
            <a:extLst>
              <a:ext uri="{FF2B5EF4-FFF2-40B4-BE49-F238E27FC236}">
                <a16:creationId xmlns:a16="http://schemas.microsoft.com/office/drawing/2014/main" id="{F69988F5-78F5-4F63-442A-0ACABBF84C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3467011"/>
              </p:ext>
            </p:extLst>
          </p:nvPr>
        </p:nvGraphicFramePr>
        <p:xfrm>
          <a:off x="4206990" y="697268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0.65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0.65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0.65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0.66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0.67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0.65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0.65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0.65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sp>
        <p:nvSpPr>
          <p:cNvPr id="17" name="Q4_label">
            <a:extLst>
              <a:ext uri="{FF2B5EF4-FFF2-40B4-BE49-F238E27FC236}">
                <a16:creationId xmlns:a16="http://schemas.microsoft.com/office/drawing/2014/main" id="{24632FFE-9749-06D6-9C2C-DE4E314A3FAE}"/>
              </a:ext>
            </a:extLst>
          </p:cNvPr>
          <p:cNvSpPr txBox="1"/>
          <p:nvPr/>
        </p:nvSpPr>
        <p:spPr>
          <a:xfrm>
            <a:off x="203918" y="1862954"/>
            <a:ext cx="1736982" cy="5847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4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directional rates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loss, Medium gain</a:t>
            </a:r>
          </a:p>
        </p:txBody>
      </p:sp>
      <p:graphicFrame>
        <p:nvGraphicFramePr>
          <p:cNvPr id="16" name="Q4_matrix">
            <a:extLst>
              <a:ext uri="{FF2B5EF4-FFF2-40B4-BE49-F238E27FC236}">
                <a16:creationId xmlns:a16="http://schemas.microsoft.com/office/drawing/2014/main" id="{CACA7763-F0D4-12ED-48CF-A231AC85A7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2915514"/>
              </p:ext>
            </p:extLst>
          </p:nvPr>
        </p:nvGraphicFramePr>
        <p:xfrm>
          <a:off x="112100" y="2498835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0.84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0.82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0.64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0.62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0.24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0.24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sp>
        <p:nvSpPr>
          <p:cNvPr id="19" name="Q5_label">
            <a:extLst>
              <a:ext uri="{FF2B5EF4-FFF2-40B4-BE49-F238E27FC236}">
                <a16:creationId xmlns:a16="http://schemas.microsoft.com/office/drawing/2014/main" id="{208FFB8B-04CC-D6F6-0214-01EA89E0FEBC}"/>
              </a:ext>
            </a:extLst>
          </p:cNvPr>
          <p:cNvSpPr txBox="1"/>
          <p:nvPr/>
        </p:nvSpPr>
        <p:spPr>
          <a:xfrm>
            <a:off x="2251362" y="1862954"/>
            <a:ext cx="1736982" cy="5847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5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directional rates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loss, High gain</a:t>
            </a:r>
          </a:p>
        </p:txBody>
      </p:sp>
      <p:graphicFrame>
        <p:nvGraphicFramePr>
          <p:cNvPr id="18" name="Q5_matrix">
            <a:extLst>
              <a:ext uri="{FF2B5EF4-FFF2-40B4-BE49-F238E27FC236}">
                <a16:creationId xmlns:a16="http://schemas.microsoft.com/office/drawing/2014/main" id="{71393531-CC50-624A-3F1E-674F7515BF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2557150"/>
              </p:ext>
            </p:extLst>
          </p:nvPr>
        </p:nvGraphicFramePr>
        <p:xfrm>
          <a:off x="2159544" y="2498835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0.94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1.05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0.43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0.81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0.31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0.76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0.22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0.21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sp>
        <p:nvSpPr>
          <p:cNvPr id="21" name="Q6_label">
            <a:extLst>
              <a:ext uri="{FF2B5EF4-FFF2-40B4-BE49-F238E27FC236}">
                <a16:creationId xmlns:a16="http://schemas.microsoft.com/office/drawing/2014/main" id="{674A2FE5-066F-D9A4-766E-9EB25F83CE3B}"/>
              </a:ext>
            </a:extLst>
          </p:cNvPr>
          <p:cNvSpPr txBox="1"/>
          <p:nvPr/>
        </p:nvSpPr>
        <p:spPr>
          <a:xfrm>
            <a:off x="4298807" y="1862954"/>
            <a:ext cx="1736982" cy="5847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6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directional rates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Medium loss, High gain</a:t>
            </a:r>
          </a:p>
        </p:txBody>
      </p:sp>
      <p:graphicFrame>
        <p:nvGraphicFramePr>
          <p:cNvPr id="20" name="Q6_matrix">
            <a:extLst>
              <a:ext uri="{FF2B5EF4-FFF2-40B4-BE49-F238E27FC236}">
                <a16:creationId xmlns:a16="http://schemas.microsoft.com/office/drawing/2014/main" id="{1CA52550-0228-9A15-D26B-E9B372BB5A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7740734"/>
              </p:ext>
            </p:extLst>
          </p:nvPr>
        </p:nvGraphicFramePr>
        <p:xfrm>
          <a:off x="4206989" y="2498835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0.90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0.91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0.47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0.79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0.44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0.79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sp>
        <p:nvSpPr>
          <p:cNvPr id="23" name="Q7_label">
            <a:extLst>
              <a:ext uri="{FF2B5EF4-FFF2-40B4-BE49-F238E27FC236}">
                <a16:creationId xmlns:a16="http://schemas.microsoft.com/office/drawing/2014/main" id="{0D2B8944-175A-C6EB-E355-E2FCEAAFAA75}"/>
              </a:ext>
            </a:extLst>
          </p:cNvPr>
          <p:cNvSpPr txBox="1"/>
          <p:nvPr/>
        </p:nvSpPr>
        <p:spPr>
          <a:xfrm>
            <a:off x="203918" y="3683250"/>
            <a:ext cx="1736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7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dependency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rates</a:t>
            </a:r>
          </a:p>
        </p:txBody>
      </p:sp>
      <p:graphicFrame>
        <p:nvGraphicFramePr>
          <p:cNvPr id="2" name="Q7_matrix">
            <a:extLst>
              <a:ext uri="{FF2B5EF4-FFF2-40B4-BE49-F238E27FC236}">
                <a16:creationId xmlns:a16="http://schemas.microsoft.com/office/drawing/2014/main" id="{486BC46E-8898-031E-2A03-5B9602F62E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4928397"/>
              </p:ext>
            </p:extLst>
          </p:nvPr>
        </p:nvGraphicFramePr>
        <p:xfrm>
          <a:off x="112100" y="4280011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0.25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0.31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0.67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0.59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0.47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sp>
        <p:nvSpPr>
          <p:cNvPr id="25" name="Q8_label">
            <a:extLst>
              <a:ext uri="{FF2B5EF4-FFF2-40B4-BE49-F238E27FC236}">
                <a16:creationId xmlns:a16="http://schemas.microsoft.com/office/drawing/2014/main" id="{8EBF2576-8D21-8CF8-7621-CC7B11DA6B4B}"/>
              </a:ext>
            </a:extLst>
          </p:cNvPr>
          <p:cNvSpPr txBox="1"/>
          <p:nvPr/>
        </p:nvSpPr>
        <p:spPr>
          <a:xfrm>
            <a:off x="2251367" y="3682791"/>
            <a:ext cx="17369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8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dependency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Medium rates</a:t>
            </a:r>
          </a:p>
        </p:txBody>
      </p:sp>
      <p:graphicFrame>
        <p:nvGraphicFramePr>
          <p:cNvPr id="15" name="Q8_matrix">
            <a:extLst>
              <a:ext uri="{FF2B5EF4-FFF2-40B4-BE49-F238E27FC236}">
                <a16:creationId xmlns:a16="http://schemas.microsoft.com/office/drawing/2014/main" id="{7D2B3D45-9774-2525-5665-6A1CECA841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8813892"/>
              </p:ext>
            </p:extLst>
          </p:nvPr>
        </p:nvGraphicFramePr>
        <p:xfrm>
          <a:off x="2159545" y="4280011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0.52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0.53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0.51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0.86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0.83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0.53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sp>
        <p:nvSpPr>
          <p:cNvPr id="27" name="Q9_label">
            <a:extLst>
              <a:ext uri="{FF2B5EF4-FFF2-40B4-BE49-F238E27FC236}">
                <a16:creationId xmlns:a16="http://schemas.microsoft.com/office/drawing/2014/main" id="{FDDC1F66-51A3-5753-5ECC-E105BA372183}"/>
              </a:ext>
            </a:extLst>
          </p:cNvPr>
          <p:cNvSpPr txBox="1"/>
          <p:nvPr/>
        </p:nvSpPr>
        <p:spPr>
          <a:xfrm>
            <a:off x="4305551" y="3682791"/>
            <a:ext cx="17369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9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dependency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rates</a:t>
            </a:r>
          </a:p>
        </p:txBody>
      </p:sp>
      <p:graphicFrame>
        <p:nvGraphicFramePr>
          <p:cNvPr id="28" name="Q9_matrix">
            <a:extLst>
              <a:ext uri="{FF2B5EF4-FFF2-40B4-BE49-F238E27FC236}">
                <a16:creationId xmlns:a16="http://schemas.microsoft.com/office/drawing/2014/main" id="{80C80711-6676-872E-4669-8CE7F7D9A4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728061"/>
              </p:ext>
            </p:extLst>
          </p:nvPr>
        </p:nvGraphicFramePr>
        <p:xfrm>
          <a:off x="4206990" y="4280011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0.65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0.43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0.62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0.60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0.96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0.95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0.63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0.42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sp>
        <p:nvSpPr>
          <p:cNvPr id="5" name="Q10_label">
            <a:extLst>
              <a:ext uri="{FF2B5EF4-FFF2-40B4-BE49-F238E27FC236}">
                <a16:creationId xmlns:a16="http://schemas.microsoft.com/office/drawing/2014/main" id="{243EBA32-A0AA-DF60-AABD-55BF028E7A99}"/>
              </a:ext>
            </a:extLst>
          </p:cNvPr>
          <p:cNvSpPr txBox="1"/>
          <p:nvPr/>
        </p:nvSpPr>
        <p:spPr>
          <a:xfrm>
            <a:off x="203920" y="5463965"/>
            <a:ext cx="17369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10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dependency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rates</a:t>
            </a:r>
          </a:p>
        </p:txBody>
      </p:sp>
      <p:graphicFrame>
        <p:nvGraphicFramePr>
          <p:cNvPr id="29" name="Q10_matrix">
            <a:extLst>
              <a:ext uri="{FF2B5EF4-FFF2-40B4-BE49-F238E27FC236}">
                <a16:creationId xmlns:a16="http://schemas.microsoft.com/office/drawing/2014/main" id="{969B7EA3-F415-930B-2BBE-12F1811C0B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0373533"/>
              </p:ext>
            </p:extLst>
          </p:nvPr>
        </p:nvGraphicFramePr>
        <p:xfrm>
          <a:off x="112100" y="6048737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0.24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0.11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0.31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0.12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0.74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1.02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0.63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sp>
        <p:nvSpPr>
          <p:cNvPr id="7" name="Q11_label">
            <a:extLst>
              <a:ext uri="{FF2B5EF4-FFF2-40B4-BE49-F238E27FC236}">
                <a16:creationId xmlns:a16="http://schemas.microsoft.com/office/drawing/2014/main" id="{EC9E989E-7324-212A-BC7C-90A6A3AB7FFE}"/>
              </a:ext>
            </a:extLst>
          </p:cNvPr>
          <p:cNvSpPr txBox="1"/>
          <p:nvPr/>
        </p:nvSpPr>
        <p:spPr>
          <a:xfrm>
            <a:off x="2251362" y="5459625"/>
            <a:ext cx="1736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11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dependency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Medium rates</a:t>
            </a:r>
          </a:p>
        </p:txBody>
      </p:sp>
      <p:graphicFrame>
        <p:nvGraphicFramePr>
          <p:cNvPr id="30" name="Q11_matrix">
            <a:extLst>
              <a:ext uri="{FF2B5EF4-FFF2-40B4-BE49-F238E27FC236}">
                <a16:creationId xmlns:a16="http://schemas.microsoft.com/office/drawing/2014/main" id="{D4976191-A617-0F5A-1345-CF9FE65BA5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5171285"/>
              </p:ext>
            </p:extLst>
          </p:nvPr>
        </p:nvGraphicFramePr>
        <p:xfrm>
          <a:off x="2159545" y="6048737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0.52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0.21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0.51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0.95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0.95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0.73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sp>
        <p:nvSpPr>
          <p:cNvPr id="14" name="Q12_label">
            <a:extLst>
              <a:ext uri="{FF2B5EF4-FFF2-40B4-BE49-F238E27FC236}">
                <a16:creationId xmlns:a16="http://schemas.microsoft.com/office/drawing/2014/main" id="{B5E597B3-F585-23BC-9932-5A66C91DAF44}"/>
              </a:ext>
            </a:extLst>
          </p:cNvPr>
          <p:cNvSpPr txBox="1"/>
          <p:nvPr/>
        </p:nvSpPr>
        <p:spPr>
          <a:xfrm>
            <a:off x="4305549" y="5456880"/>
            <a:ext cx="17302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12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dependency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rates</a:t>
            </a:r>
          </a:p>
        </p:txBody>
      </p:sp>
      <p:graphicFrame>
        <p:nvGraphicFramePr>
          <p:cNvPr id="31" name="Q12_matrix">
            <a:extLst>
              <a:ext uri="{FF2B5EF4-FFF2-40B4-BE49-F238E27FC236}">
                <a16:creationId xmlns:a16="http://schemas.microsoft.com/office/drawing/2014/main" id="{620C10EF-0704-5200-6E41-395A809233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497583"/>
              </p:ext>
            </p:extLst>
          </p:nvPr>
        </p:nvGraphicFramePr>
        <p:xfrm>
          <a:off x="4206990" y="6048737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0.63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0.24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0.61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0.44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1.13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1.12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0.76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0.27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0703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204</TotalTime>
  <Words>561</Words>
  <Application>Microsoft Office PowerPoint</Application>
  <PresentationFormat>Custom</PresentationFormat>
  <Paragraphs>324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Kevin Surya</dc:creator>
  <cp:lastModifiedBy>Surya, Kevin</cp:lastModifiedBy>
  <cp:revision>99</cp:revision>
  <dcterms:created xsi:type="dcterms:W3CDTF">2024-10-20T22:17:39Z</dcterms:created>
  <dcterms:modified xsi:type="dcterms:W3CDTF">2026-02-10T13:00:15Z</dcterms:modified>
</cp:coreProperties>
</file>