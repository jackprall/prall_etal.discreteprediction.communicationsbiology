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6218238" cy="7132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33CBA-3BA6-4593-81D5-8FB4770BA46F}" v="42" dt="2026-02-05T18:49:13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28" autoAdjust="0"/>
  </p:normalViewPr>
  <p:slideViewPr>
    <p:cSldViewPr snapToGrid="0">
      <p:cViewPr varScale="1">
        <p:scale>
          <a:sx n="155" d="100"/>
          <a:sy n="155" d="100"/>
        </p:scale>
        <p:origin x="293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ll, John" userId="dd278c9d-4801-451a-9bcc-826554912a66" providerId="ADAL" clId="{F13AD808-D5F0-41C2-A4CB-FD3E767895E0}"/>
    <pc:docChg chg="custSel addSld modSld">
      <pc:chgData name="Prall, John" userId="dd278c9d-4801-451a-9bcc-826554912a66" providerId="ADAL" clId="{F13AD808-D5F0-41C2-A4CB-FD3E767895E0}" dt="2026-02-05T18:49:13.163" v="1091"/>
      <pc:docMkLst>
        <pc:docMk/>
      </pc:docMkLst>
      <pc:sldChg chg="modNotesTx">
        <pc:chgData name="Prall, John" userId="dd278c9d-4801-451a-9bcc-826554912a66" providerId="ADAL" clId="{F13AD808-D5F0-41C2-A4CB-FD3E767895E0}" dt="2026-02-05T00:18:48.943" v="84" actId="20577"/>
        <pc:sldMkLst>
          <pc:docMk/>
          <pc:sldMk cId="2390703491" sldId="256"/>
        </pc:sldMkLst>
      </pc:sldChg>
      <pc:sldChg chg="modSp add mod modNotesTx">
        <pc:chgData name="Prall, John" userId="dd278c9d-4801-451a-9bcc-826554912a66" providerId="ADAL" clId="{F13AD808-D5F0-41C2-A4CB-FD3E767895E0}" dt="2026-02-05T18:49:13.163" v="1091"/>
        <pc:sldMkLst>
          <pc:docMk/>
          <pc:sldMk cId="928332801" sldId="257"/>
        </pc:sldMkLst>
        <pc:spChg chg="mod">
          <ac:chgData name="Prall, John" userId="dd278c9d-4801-451a-9bcc-826554912a66" providerId="ADAL" clId="{F13AD808-D5F0-41C2-A4CB-FD3E767895E0}" dt="2026-02-05T18:49:11.009" v="1089"/>
          <ac:spMkLst>
            <pc:docMk/>
            <pc:sldMk cId="928332801" sldId="257"/>
            <ac:spMk id="5" creationId="{BAFF0186-9DB8-3D24-AEF7-D45116525611}"/>
          </ac:spMkLst>
        </pc:spChg>
        <pc:spChg chg="mod">
          <ac:chgData name="Prall, John" userId="dd278c9d-4801-451a-9bcc-826554912a66" providerId="ADAL" clId="{F13AD808-D5F0-41C2-A4CB-FD3E767895E0}" dt="2026-02-05T18:49:12.270" v="1090"/>
          <ac:spMkLst>
            <pc:docMk/>
            <pc:sldMk cId="928332801" sldId="257"/>
            <ac:spMk id="7" creationId="{4C631546-C3B5-A697-2F98-9080F882E206}"/>
          </ac:spMkLst>
        </pc:spChg>
        <pc:spChg chg="mod">
          <ac:chgData name="Prall, John" userId="dd278c9d-4801-451a-9bcc-826554912a66" providerId="ADAL" clId="{F13AD808-D5F0-41C2-A4CB-FD3E767895E0}" dt="2026-02-05T18:12:57.413" v="672" actId="20577"/>
          <ac:spMkLst>
            <pc:docMk/>
            <pc:sldMk cId="928332801" sldId="257"/>
            <ac:spMk id="9" creationId="{1F749BAE-BA65-EBFA-B5B4-767AE5FA11A6}"/>
          </ac:spMkLst>
        </pc:spChg>
        <pc:spChg chg="mod">
          <ac:chgData name="Prall, John" userId="dd278c9d-4801-451a-9bcc-826554912a66" providerId="ADAL" clId="{F13AD808-D5F0-41C2-A4CB-FD3E767895E0}" dt="2026-02-05T18:49:01.365" v="1081"/>
          <ac:spMkLst>
            <pc:docMk/>
            <pc:sldMk cId="928332801" sldId="257"/>
            <ac:spMk id="11" creationId="{22E6D356-E49D-AC0F-621E-C81CF83BBA3D}"/>
          </ac:spMkLst>
        </pc:spChg>
        <pc:spChg chg="mod">
          <ac:chgData name="Prall, John" userId="dd278c9d-4801-451a-9bcc-826554912a66" providerId="ADAL" clId="{F13AD808-D5F0-41C2-A4CB-FD3E767895E0}" dt="2026-02-05T18:49:02.833" v="1082"/>
          <ac:spMkLst>
            <pc:docMk/>
            <pc:sldMk cId="928332801" sldId="257"/>
            <ac:spMk id="13" creationId="{3DA4AEC4-506F-E106-04C9-AC622C74E82C}"/>
          </ac:spMkLst>
        </pc:spChg>
        <pc:spChg chg="mod">
          <ac:chgData name="Prall, John" userId="dd278c9d-4801-451a-9bcc-826554912a66" providerId="ADAL" clId="{F13AD808-D5F0-41C2-A4CB-FD3E767895E0}" dt="2026-02-05T18:49:13.163" v="1091"/>
          <ac:spMkLst>
            <pc:docMk/>
            <pc:sldMk cId="928332801" sldId="257"/>
            <ac:spMk id="14" creationId="{9E1D0377-E4FC-C2FA-6D4C-90D6EEEBED1D}"/>
          </ac:spMkLst>
        </pc:spChg>
        <pc:spChg chg="mod">
          <ac:chgData name="Prall, John" userId="dd278c9d-4801-451a-9bcc-826554912a66" providerId="ADAL" clId="{F13AD808-D5F0-41C2-A4CB-FD3E767895E0}" dt="2026-02-05T18:49:04.488" v="1083"/>
          <ac:spMkLst>
            <pc:docMk/>
            <pc:sldMk cId="928332801" sldId="257"/>
            <ac:spMk id="17" creationId="{CE306D87-E041-A577-98DC-A4FA4FC27CCC}"/>
          </ac:spMkLst>
        </pc:spChg>
        <pc:spChg chg="mod">
          <ac:chgData name="Prall, John" userId="dd278c9d-4801-451a-9bcc-826554912a66" providerId="ADAL" clId="{F13AD808-D5F0-41C2-A4CB-FD3E767895E0}" dt="2026-02-05T18:49:05.477" v="1084"/>
          <ac:spMkLst>
            <pc:docMk/>
            <pc:sldMk cId="928332801" sldId="257"/>
            <ac:spMk id="19" creationId="{D834F43D-6256-1DF8-947A-307EC41C52C8}"/>
          </ac:spMkLst>
        </pc:spChg>
        <pc:spChg chg="mod">
          <ac:chgData name="Prall, John" userId="dd278c9d-4801-451a-9bcc-826554912a66" providerId="ADAL" clId="{F13AD808-D5F0-41C2-A4CB-FD3E767895E0}" dt="2026-02-05T18:49:06.390" v="1085"/>
          <ac:spMkLst>
            <pc:docMk/>
            <pc:sldMk cId="928332801" sldId="257"/>
            <ac:spMk id="21" creationId="{72D4858D-801C-02C0-F516-1DA6E4B4754C}"/>
          </ac:spMkLst>
        </pc:spChg>
        <pc:spChg chg="mod">
          <ac:chgData name="Prall, John" userId="dd278c9d-4801-451a-9bcc-826554912a66" providerId="ADAL" clId="{F13AD808-D5F0-41C2-A4CB-FD3E767895E0}" dt="2026-02-05T18:49:07.808" v="1086"/>
          <ac:spMkLst>
            <pc:docMk/>
            <pc:sldMk cId="928332801" sldId="257"/>
            <ac:spMk id="23" creationId="{917C0098-36D9-A18F-A61C-DA7020CDF291}"/>
          </ac:spMkLst>
        </pc:spChg>
        <pc:spChg chg="mod">
          <ac:chgData name="Prall, John" userId="dd278c9d-4801-451a-9bcc-826554912a66" providerId="ADAL" clId="{F13AD808-D5F0-41C2-A4CB-FD3E767895E0}" dt="2026-02-05T18:49:08.787" v="1087"/>
          <ac:spMkLst>
            <pc:docMk/>
            <pc:sldMk cId="928332801" sldId="257"/>
            <ac:spMk id="25" creationId="{AF634FE4-3AA8-0792-AFBB-7860D5F8B0D5}"/>
          </ac:spMkLst>
        </pc:spChg>
        <pc:spChg chg="mod">
          <ac:chgData name="Prall, John" userId="dd278c9d-4801-451a-9bcc-826554912a66" providerId="ADAL" clId="{F13AD808-D5F0-41C2-A4CB-FD3E767895E0}" dt="2026-02-05T18:49:09.722" v="1088"/>
          <ac:spMkLst>
            <pc:docMk/>
            <pc:sldMk cId="928332801" sldId="257"/>
            <ac:spMk id="27" creationId="{509FBD4A-C925-0C99-9884-F0DAF995D624}"/>
          </ac:spMkLst>
        </pc:spChg>
        <pc:graphicFrameChg chg="modGraphic">
          <ac:chgData name="Prall, John" userId="dd278c9d-4801-451a-9bcc-826554912a66" providerId="ADAL" clId="{F13AD808-D5F0-41C2-A4CB-FD3E767895E0}" dt="2026-02-05T00:32:11.541" v="440" actId="20577"/>
          <ac:graphicFrameMkLst>
            <pc:docMk/>
            <pc:sldMk cId="928332801" sldId="257"/>
            <ac:graphicFrameMk id="2" creationId="{86725FF7-69AD-D14F-29F3-28AE256B6E71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21:24.756" v="217" actId="20577"/>
          <ac:graphicFrameMkLst>
            <pc:docMk/>
            <pc:sldMk cId="928332801" sldId="257"/>
            <ac:graphicFrameMk id="4" creationId="{CDA95486-AD13-E773-5697-714E2657BA5B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23:29.965" v="257" actId="20577"/>
          <ac:graphicFrameMkLst>
            <pc:docMk/>
            <pc:sldMk cId="928332801" sldId="257"/>
            <ac:graphicFrameMk id="10" creationId="{E267D0A1-8DC6-50B1-07D5-60B7AFE3B336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25:34.601" v="289" actId="20577"/>
          <ac:graphicFrameMkLst>
            <pc:docMk/>
            <pc:sldMk cId="928332801" sldId="257"/>
            <ac:graphicFrameMk id="12" creationId="{E64D73AF-D06D-F4A0-279A-D8313A724446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33:14.410" v="472" actId="20577"/>
          <ac:graphicFrameMkLst>
            <pc:docMk/>
            <pc:sldMk cId="928332801" sldId="257"/>
            <ac:graphicFrameMk id="15" creationId="{23755BAC-0E5B-3B29-3D6C-6580E0B3F96B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28:07.689" v="332" actId="20577"/>
          <ac:graphicFrameMkLst>
            <pc:docMk/>
            <pc:sldMk cId="928332801" sldId="257"/>
            <ac:graphicFrameMk id="16" creationId="{0B33D450-8867-8DFE-65E8-97E81AE80B0C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30:18.528" v="377" actId="20577"/>
          <ac:graphicFrameMkLst>
            <pc:docMk/>
            <pc:sldMk cId="928332801" sldId="257"/>
            <ac:graphicFrameMk id="18" creationId="{62BE9B55-DAD1-F047-E474-6B876C99CB7B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31:19.008" v="409" actId="20577"/>
          <ac:graphicFrameMkLst>
            <pc:docMk/>
            <pc:sldMk cId="928332801" sldId="257"/>
            <ac:graphicFrameMk id="20" creationId="{8F96D60A-CD99-2FBA-A9DB-5D8F506E29A6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34:17.145" v="506" actId="20577"/>
          <ac:graphicFrameMkLst>
            <pc:docMk/>
            <pc:sldMk cId="928332801" sldId="257"/>
            <ac:graphicFrameMk id="28" creationId="{2E54209C-D292-F282-EA99-1EE17F645D93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35:06.924" v="537" actId="20577"/>
          <ac:graphicFrameMkLst>
            <pc:docMk/>
            <pc:sldMk cId="928332801" sldId="257"/>
            <ac:graphicFrameMk id="29" creationId="{40959989-1AC2-C0D4-B9E8-269DB6736F9B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36:01.657" v="569" actId="20577"/>
          <ac:graphicFrameMkLst>
            <pc:docMk/>
            <pc:sldMk cId="928332801" sldId="257"/>
            <ac:graphicFrameMk id="30" creationId="{30C5D6AC-1BC9-2F67-9BEC-741AD5DA348F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00:37:09.005" v="606" actId="20577"/>
          <ac:graphicFrameMkLst>
            <pc:docMk/>
            <pc:sldMk cId="928332801" sldId="257"/>
            <ac:graphicFrameMk id="31" creationId="{2498CEF9-7ECF-898C-22F9-AF99977F71B8}"/>
          </ac:graphicFrameMkLst>
        </pc:graphicFrameChg>
      </pc:sldChg>
      <pc:sldChg chg="modSp add mod modNotesTx">
        <pc:chgData name="Prall, John" userId="dd278c9d-4801-451a-9bcc-826554912a66" providerId="ADAL" clId="{F13AD808-D5F0-41C2-A4CB-FD3E767895E0}" dt="2026-02-05T18:46:44.835" v="1080" actId="20577"/>
        <pc:sldMkLst>
          <pc:docMk/>
          <pc:sldMk cId="4243758155" sldId="258"/>
        </pc:sldMkLst>
        <pc:spChg chg="mod">
          <ac:chgData name="Prall, John" userId="dd278c9d-4801-451a-9bcc-826554912a66" providerId="ADAL" clId="{F13AD808-D5F0-41C2-A4CB-FD3E767895E0}" dt="2026-02-05T18:13:22.059" v="686"/>
          <ac:spMkLst>
            <pc:docMk/>
            <pc:sldMk cId="4243758155" sldId="258"/>
            <ac:spMk id="5" creationId="{4D6F457B-B8D0-CDC6-DE18-A01D0293DCAF}"/>
          </ac:spMkLst>
        </pc:spChg>
        <pc:spChg chg="mod">
          <ac:chgData name="Prall, John" userId="dd278c9d-4801-451a-9bcc-826554912a66" providerId="ADAL" clId="{F13AD808-D5F0-41C2-A4CB-FD3E767895E0}" dt="2026-02-05T18:13:23.314" v="687"/>
          <ac:spMkLst>
            <pc:docMk/>
            <pc:sldMk cId="4243758155" sldId="258"/>
            <ac:spMk id="7" creationId="{B6B30624-43C7-D990-F889-8B3E619BFC9B}"/>
          </ac:spMkLst>
        </pc:spChg>
        <pc:spChg chg="mod">
          <ac:chgData name="Prall, John" userId="dd278c9d-4801-451a-9bcc-826554912a66" providerId="ADAL" clId="{F13AD808-D5F0-41C2-A4CB-FD3E767895E0}" dt="2026-02-05T18:13:07.809" v="677" actId="20577"/>
          <ac:spMkLst>
            <pc:docMk/>
            <pc:sldMk cId="4243758155" sldId="258"/>
            <ac:spMk id="9" creationId="{F792C642-F730-A736-1BD2-16E3831A90D7}"/>
          </ac:spMkLst>
        </pc:spChg>
        <pc:spChg chg="mod">
          <ac:chgData name="Prall, John" userId="dd278c9d-4801-451a-9bcc-826554912a66" providerId="ADAL" clId="{F13AD808-D5F0-41C2-A4CB-FD3E767895E0}" dt="2026-02-05T18:13:12.054" v="678"/>
          <ac:spMkLst>
            <pc:docMk/>
            <pc:sldMk cId="4243758155" sldId="258"/>
            <ac:spMk id="11" creationId="{9C97B455-5D48-1A24-706B-1D9E57CDBADB}"/>
          </ac:spMkLst>
        </pc:spChg>
        <pc:spChg chg="mod">
          <ac:chgData name="Prall, John" userId="dd278c9d-4801-451a-9bcc-826554912a66" providerId="ADAL" clId="{F13AD808-D5F0-41C2-A4CB-FD3E767895E0}" dt="2026-02-05T18:13:13.580" v="679"/>
          <ac:spMkLst>
            <pc:docMk/>
            <pc:sldMk cId="4243758155" sldId="258"/>
            <ac:spMk id="13" creationId="{432437C5-641A-8B7F-5A39-FDD1EC77A08C}"/>
          </ac:spMkLst>
        </pc:spChg>
        <pc:spChg chg="mod">
          <ac:chgData name="Prall, John" userId="dd278c9d-4801-451a-9bcc-826554912a66" providerId="ADAL" clId="{F13AD808-D5F0-41C2-A4CB-FD3E767895E0}" dt="2026-02-05T18:13:24.545" v="688"/>
          <ac:spMkLst>
            <pc:docMk/>
            <pc:sldMk cId="4243758155" sldId="258"/>
            <ac:spMk id="14" creationId="{C9805F72-79FC-7FCE-2AAE-D97545797159}"/>
          </ac:spMkLst>
        </pc:spChg>
        <pc:spChg chg="mod">
          <ac:chgData name="Prall, John" userId="dd278c9d-4801-451a-9bcc-826554912a66" providerId="ADAL" clId="{F13AD808-D5F0-41C2-A4CB-FD3E767895E0}" dt="2026-02-05T18:13:14.992" v="680"/>
          <ac:spMkLst>
            <pc:docMk/>
            <pc:sldMk cId="4243758155" sldId="258"/>
            <ac:spMk id="17" creationId="{87BBF20F-7263-40D5-DAC0-6F5A724860B4}"/>
          </ac:spMkLst>
        </pc:spChg>
        <pc:spChg chg="mod">
          <ac:chgData name="Prall, John" userId="dd278c9d-4801-451a-9bcc-826554912a66" providerId="ADAL" clId="{F13AD808-D5F0-41C2-A4CB-FD3E767895E0}" dt="2026-02-05T18:13:16.250" v="681"/>
          <ac:spMkLst>
            <pc:docMk/>
            <pc:sldMk cId="4243758155" sldId="258"/>
            <ac:spMk id="19" creationId="{1830CE84-B1F4-1F2F-4A46-E5798113382D}"/>
          </ac:spMkLst>
        </pc:spChg>
        <pc:spChg chg="mod">
          <ac:chgData name="Prall, John" userId="dd278c9d-4801-451a-9bcc-826554912a66" providerId="ADAL" clId="{F13AD808-D5F0-41C2-A4CB-FD3E767895E0}" dt="2026-02-05T18:13:17.239" v="682"/>
          <ac:spMkLst>
            <pc:docMk/>
            <pc:sldMk cId="4243758155" sldId="258"/>
            <ac:spMk id="21" creationId="{A17057A7-9209-4BF7-B7C8-7DAF54806D6A}"/>
          </ac:spMkLst>
        </pc:spChg>
        <pc:spChg chg="mod">
          <ac:chgData name="Prall, John" userId="dd278c9d-4801-451a-9bcc-826554912a66" providerId="ADAL" clId="{F13AD808-D5F0-41C2-A4CB-FD3E767895E0}" dt="2026-02-05T18:13:18.801" v="683"/>
          <ac:spMkLst>
            <pc:docMk/>
            <pc:sldMk cId="4243758155" sldId="258"/>
            <ac:spMk id="23" creationId="{454FBE09-5D99-9740-1405-7C94C628DD6B}"/>
          </ac:spMkLst>
        </pc:spChg>
        <pc:spChg chg="mod">
          <ac:chgData name="Prall, John" userId="dd278c9d-4801-451a-9bcc-826554912a66" providerId="ADAL" clId="{F13AD808-D5F0-41C2-A4CB-FD3E767895E0}" dt="2026-02-05T18:13:19.591" v="684"/>
          <ac:spMkLst>
            <pc:docMk/>
            <pc:sldMk cId="4243758155" sldId="258"/>
            <ac:spMk id="25" creationId="{E2D9B0A8-C7C5-033D-A640-2D53FE0F44E5}"/>
          </ac:spMkLst>
        </pc:spChg>
        <pc:spChg chg="mod">
          <ac:chgData name="Prall, John" userId="dd278c9d-4801-451a-9bcc-826554912a66" providerId="ADAL" clId="{F13AD808-D5F0-41C2-A4CB-FD3E767895E0}" dt="2026-02-05T18:13:20.928" v="685"/>
          <ac:spMkLst>
            <pc:docMk/>
            <pc:sldMk cId="4243758155" sldId="258"/>
            <ac:spMk id="27" creationId="{B1DC4DA5-4FD5-5CFB-CD3E-0BE7DD0D2C18}"/>
          </ac:spMkLst>
        </pc:spChg>
        <pc:graphicFrameChg chg="modGraphic">
          <ac:chgData name="Prall, John" userId="dd278c9d-4801-451a-9bcc-826554912a66" providerId="ADAL" clId="{F13AD808-D5F0-41C2-A4CB-FD3E767895E0}" dt="2026-02-05T18:41:51.470" v="917" actId="20577"/>
          <ac:graphicFrameMkLst>
            <pc:docMk/>
            <pc:sldMk cId="4243758155" sldId="258"/>
            <ac:graphicFrameMk id="2" creationId="{9868A47B-120B-6167-549A-3AD983F786CB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36:24.687" v="727" actId="20577"/>
          <ac:graphicFrameMkLst>
            <pc:docMk/>
            <pc:sldMk cId="4243758155" sldId="258"/>
            <ac:graphicFrameMk id="4" creationId="{0FE85C2E-604A-C4E3-870B-1B917765B8E5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37:20.645" v="759" actId="20577"/>
          <ac:graphicFrameMkLst>
            <pc:docMk/>
            <pc:sldMk cId="4243758155" sldId="258"/>
            <ac:graphicFrameMk id="10" creationId="{A0E18E81-E7C5-140A-59FF-E32E37527105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38:04.095" v="791" actId="20577"/>
          <ac:graphicFrameMkLst>
            <pc:docMk/>
            <pc:sldMk cId="4243758155" sldId="258"/>
            <ac:graphicFrameMk id="12" creationId="{C5190567-930C-6A84-7F47-80918390AAB7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42:56.166" v="948" actId="20577"/>
          <ac:graphicFrameMkLst>
            <pc:docMk/>
            <pc:sldMk cId="4243758155" sldId="258"/>
            <ac:graphicFrameMk id="15" creationId="{1C1D24F7-E44A-AF64-6B1E-8750540C4573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38:50.173" v="823" actId="20577"/>
          <ac:graphicFrameMkLst>
            <pc:docMk/>
            <pc:sldMk cId="4243758155" sldId="258"/>
            <ac:graphicFrameMk id="16" creationId="{4174E635-5862-6319-ADE6-277E4F2888D2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39:31.263" v="852" actId="20577"/>
          <ac:graphicFrameMkLst>
            <pc:docMk/>
            <pc:sldMk cId="4243758155" sldId="258"/>
            <ac:graphicFrameMk id="18" creationId="{5CF43CE1-2781-A697-63FF-D8B2ED71605E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40:15.930" v="886" actId="20577"/>
          <ac:graphicFrameMkLst>
            <pc:docMk/>
            <pc:sldMk cId="4243758155" sldId="258"/>
            <ac:graphicFrameMk id="20" creationId="{302C2454-5DBC-3615-3C3E-18DE6CDC9680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43:42.543" v="980" actId="20577"/>
          <ac:graphicFrameMkLst>
            <pc:docMk/>
            <pc:sldMk cId="4243758155" sldId="258"/>
            <ac:graphicFrameMk id="28" creationId="{171AFB90-C075-0D55-C464-F60AC4948616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45:02.792" v="1016" actId="20577"/>
          <ac:graphicFrameMkLst>
            <pc:docMk/>
            <pc:sldMk cId="4243758155" sldId="258"/>
            <ac:graphicFrameMk id="29" creationId="{4CE91681-5C6C-8720-2451-B8A9F7CF8EEB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45:56.330" v="1048" actId="20577"/>
          <ac:graphicFrameMkLst>
            <pc:docMk/>
            <pc:sldMk cId="4243758155" sldId="258"/>
            <ac:graphicFrameMk id="30" creationId="{BA884F2C-CFA9-BC43-095F-E0090D9410BD}"/>
          </ac:graphicFrameMkLst>
        </pc:graphicFrameChg>
        <pc:graphicFrameChg chg="modGraphic">
          <ac:chgData name="Prall, John" userId="dd278c9d-4801-451a-9bcc-826554912a66" providerId="ADAL" clId="{F13AD808-D5F0-41C2-A4CB-FD3E767895E0}" dt="2026-02-05T18:46:44.835" v="1080" actId="20577"/>
          <ac:graphicFrameMkLst>
            <pc:docMk/>
            <pc:sldMk cId="4243758155" sldId="258"/>
            <ac:graphicFrameMk id="31" creationId="{FA672E0A-69B7-676E-C917-40ABE2DC424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B157F-2DDD-484E-B395-E7208A7B0EA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84388" y="1143000"/>
            <a:ext cx="2689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26561-0716-4C48-8CFC-B0458C919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8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26561-0716-4C48-8CFC-B0458C9196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07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368" y="1167309"/>
            <a:ext cx="5285502" cy="2483215"/>
          </a:xfrm>
        </p:spPr>
        <p:txBody>
          <a:bodyPr anchor="b"/>
          <a:lstStyle>
            <a:lvl1pPr algn="ctr"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80" y="3746287"/>
            <a:ext cx="4663679" cy="1722069"/>
          </a:xfrm>
        </p:spPr>
        <p:txBody>
          <a:bodyPr/>
          <a:lstStyle>
            <a:lvl1pPr marL="0" indent="0" algn="ctr">
              <a:buNone/>
              <a:defRPr sz="1632"/>
            </a:lvl1pPr>
            <a:lvl2pPr marL="310896" indent="0" algn="ctr">
              <a:buNone/>
              <a:defRPr sz="1360"/>
            </a:lvl2pPr>
            <a:lvl3pPr marL="621792" indent="0" algn="ctr">
              <a:buNone/>
              <a:defRPr sz="1224"/>
            </a:lvl3pPr>
            <a:lvl4pPr marL="932688" indent="0" algn="ctr">
              <a:buNone/>
              <a:defRPr sz="1088"/>
            </a:lvl4pPr>
            <a:lvl5pPr marL="1243584" indent="0" algn="ctr">
              <a:buNone/>
              <a:defRPr sz="1088"/>
            </a:lvl5pPr>
            <a:lvl6pPr marL="1554480" indent="0" algn="ctr">
              <a:buNone/>
              <a:defRPr sz="1088"/>
            </a:lvl6pPr>
            <a:lvl7pPr marL="1865376" indent="0" algn="ctr">
              <a:buNone/>
              <a:defRPr sz="1088"/>
            </a:lvl7pPr>
            <a:lvl8pPr marL="2176272" indent="0" algn="ctr">
              <a:buNone/>
              <a:defRPr sz="1088"/>
            </a:lvl8pPr>
            <a:lvl9pPr marL="2487168" indent="0" algn="ctr">
              <a:buNone/>
              <a:defRPr sz="10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2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66" y="1778208"/>
            <a:ext cx="5363230" cy="2966979"/>
          </a:xfrm>
        </p:spPr>
        <p:txBody>
          <a:bodyPr anchor="b"/>
          <a:lstStyle>
            <a:lvl1pPr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266" y="4773256"/>
            <a:ext cx="5363230" cy="1560264"/>
          </a:xfrm>
        </p:spPr>
        <p:txBody>
          <a:bodyPr/>
          <a:lstStyle>
            <a:lvl1pPr marL="0" indent="0">
              <a:buNone/>
              <a:defRPr sz="1632">
                <a:solidFill>
                  <a:schemeClr val="tx1"/>
                </a:solidFill>
              </a:defRPr>
            </a:lvl1pPr>
            <a:lvl2pPr marL="310896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21792" indent="0">
              <a:buNone/>
              <a:defRPr sz="1224">
                <a:solidFill>
                  <a:schemeClr val="tx1">
                    <a:tint val="75000"/>
                  </a:schemeClr>
                </a:solidFill>
              </a:defRPr>
            </a:lvl3pPr>
            <a:lvl4pPr marL="93268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4pPr>
            <a:lvl5pPr marL="1243584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5pPr>
            <a:lvl6pPr marL="1554480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6pPr>
            <a:lvl7pPr marL="1865376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7pPr>
            <a:lvl8pPr marL="2176272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8pPr>
            <a:lvl9pPr marL="248716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504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7983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379748"/>
            <a:ext cx="5363230" cy="13786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14" y="1748487"/>
            <a:ext cx="2630606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314" y="2605394"/>
            <a:ext cx="2630606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7983" y="1748487"/>
            <a:ext cx="2643561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7983" y="2605394"/>
            <a:ext cx="2643561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7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4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6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561" y="1026969"/>
            <a:ext cx="3147983" cy="5068796"/>
          </a:xfrm>
        </p:spPr>
        <p:txBody>
          <a:bodyPr/>
          <a:lstStyle>
            <a:lvl1pPr>
              <a:defRPr sz="2176"/>
            </a:lvl1pPr>
            <a:lvl2pPr>
              <a:defRPr sz="1904"/>
            </a:lvl2pPr>
            <a:lvl3pPr>
              <a:defRPr sz="1632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43561" y="1026969"/>
            <a:ext cx="3147983" cy="5068796"/>
          </a:xfrm>
        </p:spPr>
        <p:txBody>
          <a:bodyPr anchor="t"/>
          <a:lstStyle>
            <a:lvl1pPr marL="0" indent="0">
              <a:buNone/>
              <a:defRPr sz="2176"/>
            </a:lvl1pPr>
            <a:lvl2pPr marL="310896" indent="0">
              <a:buNone/>
              <a:defRPr sz="1904"/>
            </a:lvl2pPr>
            <a:lvl3pPr marL="621792" indent="0">
              <a:buNone/>
              <a:defRPr sz="1632"/>
            </a:lvl3pPr>
            <a:lvl4pPr marL="932688" indent="0">
              <a:buNone/>
              <a:defRPr sz="1360"/>
            </a:lvl4pPr>
            <a:lvl5pPr marL="1243584" indent="0">
              <a:buNone/>
              <a:defRPr sz="1360"/>
            </a:lvl5pPr>
            <a:lvl6pPr marL="1554480" indent="0">
              <a:buNone/>
              <a:defRPr sz="1360"/>
            </a:lvl6pPr>
            <a:lvl7pPr marL="1865376" indent="0">
              <a:buNone/>
              <a:defRPr sz="1360"/>
            </a:lvl7pPr>
            <a:lvl8pPr marL="2176272" indent="0">
              <a:buNone/>
              <a:defRPr sz="1360"/>
            </a:lvl8pPr>
            <a:lvl9pPr marL="2487168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9927" y="379747"/>
            <a:ext cx="1340808" cy="60445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504" y="379747"/>
            <a:ext cx="3944695" cy="6044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04" y="379748"/>
            <a:ext cx="5363230" cy="1378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04" y="1898735"/>
            <a:ext cx="5363230" cy="4525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7504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9792" y="6610900"/>
            <a:ext cx="2098655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91630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7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1792" rtl="0" eaLnBrk="1" latinLnBrk="0" hangingPunct="1">
        <a:lnSpc>
          <a:spcPct val="90000"/>
        </a:lnSpc>
        <a:spcBef>
          <a:spcPct val="0"/>
        </a:spcBef>
        <a:buNone/>
        <a:defRPr sz="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48" indent="-155448" algn="l" defTabSz="621792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6634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8813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399032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202082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64261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31089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3pPr>
      <a:lvl4pPr marL="93268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186537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17627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4542A717-4BC4-D84D-9AFF-E289FE9A1F86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A9E346A8-B607-4EA6-5B81-C77F71F0F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965864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DCD89405-1914-E436-2CA1-22F2CFF76BAE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999F88FE-2774-29B3-C8FD-B4EEEFEE2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06848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52B13BD7-EB81-0818-2C53-64CB06156E8A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F69988F5-78F5-4F63-442A-0ACABBF84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592227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24632FFE-9749-06D6-9C2C-DE4E314A3FAE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CACA7763-F0D4-12ED-48CF-A231AC85A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581768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208FFB8B-04CC-D6F6-0214-01EA89E0FEBC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71393531-CC50-624A-3F1E-674F7515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39761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674A2FE5-066F-D9A4-766E-9EB25F83CE3B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1CA52550-0228-9A15-D26B-E9B372BB5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427336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0D2B8944-175A-C6EB-E355-E2FCEAAFAA75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2" name="Q7_matrix">
            <a:extLst>
              <a:ext uri="{FF2B5EF4-FFF2-40B4-BE49-F238E27FC236}">
                <a16:creationId xmlns:a16="http://schemas.microsoft.com/office/drawing/2014/main" id="{486BC46E-8898-031E-2A03-5B9602F62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70220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5" name="Q8_label">
            <a:extLst>
              <a:ext uri="{FF2B5EF4-FFF2-40B4-BE49-F238E27FC236}">
                <a16:creationId xmlns:a16="http://schemas.microsoft.com/office/drawing/2014/main" id="{8EBF2576-8D21-8CF8-7621-CC7B11DA6B4B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5" name="Q8_matrix">
            <a:extLst>
              <a:ext uri="{FF2B5EF4-FFF2-40B4-BE49-F238E27FC236}">
                <a16:creationId xmlns:a16="http://schemas.microsoft.com/office/drawing/2014/main" id="{7D2B3D45-9774-2525-5665-6A1CECA84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360060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7" name="Q9_label">
            <a:extLst>
              <a:ext uri="{FF2B5EF4-FFF2-40B4-BE49-F238E27FC236}">
                <a16:creationId xmlns:a16="http://schemas.microsoft.com/office/drawing/2014/main" id="{FDDC1F66-51A3-5753-5ECC-E105BA372183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8" name="Q9_matrix">
            <a:extLst>
              <a:ext uri="{FF2B5EF4-FFF2-40B4-BE49-F238E27FC236}">
                <a16:creationId xmlns:a16="http://schemas.microsoft.com/office/drawing/2014/main" id="{80C80711-6676-872E-4669-8CE7F7D9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376163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5" name="Q10_label">
            <a:extLst>
              <a:ext uri="{FF2B5EF4-FFF2-40B4-BE49-F238E27FC236}">
                <a16:creationId xmlns:a16="http://schemas.microsoft.com/office/drawing/2014/main" id="{243EBA32-A0AA-DF60-AABD-55BF028E7A99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29" name="Q10_matrix">
            <a:extLst>
              <a:ext uri="{FF2B5EF4-FFF2-40B4-BE49-F238E27FC236}">
                <a16:creationId xmlns:a16="http://schemas.microsoft.com/office/drawing/2014/main" id="{969B7EA3-F415-930B-2BBE-12F1811C0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051226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7" name="Q11_label">
            <a:extLst>
              <a:ext uri="{FF2B5EF4-FFF2-40B4-BE49-F238E27FC236}">
                <a16:creationId xmlns:a16="http://schemas.microsoft.com/office/drawing/2014/main" id="{EC9E989E-7324-212A-BC7C-90A6A3AB7FFE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30" name="Q11_matrix">
            <a:extLst>
              <a:ext uri="{FF2B5EF4-FFF2-40B4-BE49-F238E27FC236}">
                <a16:creationId xmlns:a16="http://schemas.microsoft.com/office/drawing/2014/main" id="{D4976191-A617-0F5A-1345-CF9FE65BA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33832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4" name="Q12_label">
            <a:extLst>
              <a:ext uri="{FF2B5EF4-FFF2-40B4-BE49-F238E27FC236}">
                <a16:creationId xmlns:a16="http://schemas.microsoft.com/office/drawing/2014/main" id="{B5E597B3-F585-23BC-9932-5A66C91DAF44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31" name="Q12_matrix">
            <a:extLst>
              <a:ext uri="{FF2B5EF4-FFF2-40B4-BE49-F238E27FC236}">
                <a16:creationId xmlns:a16="http://schemas.microsoft.com/office/drawing/2014/main" id="{620C10EF-0704-5200-6E41-395A80923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304483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70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1271</TotalTime>
  <Words>562</Words>
  <Application>Microsoft Office PowerPoint</Application>
  <PresentationFormat>Custom</PresentationFormat>
  <Paragraphs>325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32</cp:revision>
  <dcterms:created xsi:type="dcterms:W3CDTF">2024-10-20T22:17:39Z</dcterms:created>
  <dcterms:modified xsi:type="dcterms:W3CDTF">2026-02-10T14:25:37Z</dcterms:modified>
</cp:coreProperties>
</file>